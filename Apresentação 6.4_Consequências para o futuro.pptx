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2" r:id="rId7"/>
    <p:sldId id="264" r:id="rId8"/>
    <p:sldId id="268" r:id="rId9"/>
    <p:sldId id="269" r:id="rId10"/>
    <p:sldId id="270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A04E1-1E56-43E0-9114-8687964DE629}" v="7" dt="2026-05-17T13:14:05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46" d="100"/>
          <a:sy n="46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modSld">
      <pc:chgData name="ROSARIO LEOTE" userId="f2385bf78fd660e6" providerId="LiveId" clId="{3A2B83B4-759C-4752-9FCD-F6756DEAB655}" dt="2026-05-17T13:13:09.763" v="15"/>
      <pc:docMkLst>
        <pc:docMk/>
      </pc:docMkLst>
      <pc:sldChg chg="modSp mod">
        <pc:chgData name="ROSARIO LEOTE" userId="f2385bf78fd660e6" providerId="LiveId" clId="{3A2B83B4-759C-4752-9FCD-F6756DEAB655}" dt="2026-05-17T13:11:08.854" v="1"/>
        <pc:sldMkLst>
          <pc:docMk/>
          <pc:sldMk cId="3489668183" sldId="258"/>
        </pc:sldMkLst>
        <pc:spChg chg="mod">
          <ac:chgData name="ROSARIO LEOTE" userId="f2385bf78fd660e6" providerId="LiveId" clId="{3A2B83B4-759C-4752-9FCD-F6756DEAB655}" dt="2026-05-17T13:11:08.854" v="1"/>
          <ac:spMkLst>
            <pc:docMk/>
            <pc:sldMk cId="3489668183" sldId="258"/>
            <ac:spMk id="3" creationId="{15412611-9DB2-A2FD-37C9-C2E892B8255D}"/>
          </ac:spMkLst>
        </pc:spChg>
      </pc:sldChg>
      <pc:sldChg chg="modSp mod">
        <pc:chgData name="ROSARIO LEOTE" userId="f2385bf78fd660e6" providerId="LiveId" clId="{3A2B83B4-759C-4752-9FCD-F6756DEAB655}" dt="2026-05-17T13:11:42.759" v="5"/>
        <pc:sldMkLst>
          <pc:docMk/>
          <pc:sldMk cId="2465876566" sldId="259"/>
        </pc:sldMkLst>
        <pc:spChg chg="mod">
          <ac:chgData name="ROSARIO LEOTE" userId="f2385bf78fd660e6" providerId="LiveId" clId="{3A2B83B4-759C-4752-9FCD-F6756DEAB655}" dt="2026-05-17T13:11:33.975" v="4"/>
          <ac:spMkLst>
            <pc:docMk/>
            <pc:sldMk cId="2465876566" sldId="259"/>
            <ac:spMk id="3" creationId="{61ACD000-1940-3A0A-3495-F5DD84B617B3}"/>
          </ac:spMkLst>
        </pc:spChg>
        <pc:spChg chg="mod">
          <ac:chgData name="ROSARIO LEOTE" userId="f2385bf78fd660e6" providerId="LiveId" clId="{3A2B83B4-759C-4752-9FCD-F6756DEAB655}" dt="2026-05-17T13:11:42.759" v="5"/>
          <ac:spMkLst>
            <pc:docMk/>
            <pc:sldMk cId="2465876566" sldId="259"/>
            <ac:spMk id="4" creationId="{00000000-0000-0000-0000-000000000000}"/>
          </ac:spMkLst>
        </pc:spChg>
      </pc:sldChg>
      <pc:sldChg chg="modSp mod">
        <pc:chgData name="ROSARIO LEOTE" userId="f2385bf78fd660e6" providerId="LiveId" clId="{3A2B83B4-759C-4752-9FCD-F6756DEAB655}" dt="2026-05-17T13:11:26.211" v="3"/>
        <pc:sldMkLst>
          <pc:docMk/>
          <pc:sldMk cId="330683344" sldId="261"/>
        </pc:sldMkLst>
        <pc:spChg chg="mod">
          <ac:chgData name="ROSARIO LEOTE" userId="f2385bf78fd660e6" providerId="LiveId" clId="{3A2B83B4-759C-4752-9FCD-F6756DEAB655}" dt="2026-05-17T13:11:17.440" v="2"/>
          <ac:spMkLst>
            <pc:docMk/>
            <pc:sldMk cId="330683344" sldId="261"/>
            <ac:spMk id="2" creationId="{3C89D471-B39B-7FBD-9836-A9A1EDD5E172}"/>
          </ac:spMkLst>
        </pc:spChg>
        <pc:spChg chg="mod">
          <ac:chgData name="ROSARIO LEOTE" userId="f2385bf78fd660e6" providerId="LiveId" clId="{3A2B83B4-759C-4752-9FCD-F6756DEAB655}" dt="2026-05-17T13:11:26.211" v="3"/>
          <ac:spMkLst>
            <pc:docMk/>
            <pc:sldMk cId="330683344" sldId="261"/>
            <ac:spMk id="10" creationId="{EDCCA609-D6E6-CDB2-6BF7-3439837593DA}"/>
          </ac:spMkLst>
        </pc:spChg>
      </pc:sldChg>
      <pc:sldChg chg="modSp mod">
        <pc:chgData name="ROSARIO LEOTE" userId="f2385bf78fd660e6" providerId="LiveId" clId="{3A2B83B4-759C-4752-9FCD-F6756DEAB655}" dt="2026-05-17T13:12:02.043" v="7"/>
        <pc:sldMkLst>
          <pc:docMk/>
          <pc:sldMk cId="2265709929" sldId="262"/>
        </pc:sldMkLst>
        <pc:spChg chg="mod">
          <ac:chgData name="ROSARIO LEOTE" userId="f2385bf78fd660e6" providerId="LiveId" clId="{3A2B83B4-759C-4752-9FCD-F6756DEAB655}" dt="2026-05-17T13:11:50.669" v="6"/>
          <ac:spMkLst>
            <pc:docMk/>
            <pc:sldMk cId="2265709929" sldId="26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5-17T13:12:02.043" v="7"/>
          <ac:spMkLst>
            <pc:docMk/>
            <pc:sldMk cId="2265709929" sldId="262"/>
            <ac:spMk id="10" creationId="{CA4124ED-BE58-7407-3E0A-55865817458C}"/>
          </ac:spMkLst>
        </pc:spChg>
      </pc:sldChg>
      <pc:sldChg chg="modSp mod">
        <pc:chgData name="ROSARIO LEOTE" userId="f2385bf78fd660e6" providerId="LiveId" clId="{3A2B83B4-759C-4752-9FCD-F6756DEAB655}" dt="2026-05-17T13:12:19.859" v="9"/>
        <pc:sldMkLst>
          <pc:docMk/>
          <pc:sldMk cId="2396432876" sldId="264"/>
        </pc:sldMkLst>
        <pc:spChg chg="mod">
          <ac:chgData name="ROSARIO LEOTE" userId="f2385bf78fd660e6" providerId="LiveId" clId="{3A2B83B4-759C-4752-9FCD-F6756DEAB655}" dt="2026-05-17T13:12:10.886" v="8"/>
          <ac:spMkLst>
            <pc:docMk/>
            <pc:sldMk cId="2396432876" sldId="264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5-17T13:12:19.859" v="9"/>
          <ac:spMkLst>
            <pc:docMk/>
            <pc:sldMk cId="2396432876" sldId="264"/>
            <ac:spMk id="10" creationId="{BFA165D5-8B7C-1A38-CBF4-9A72A562EDED}"/>
          </ac:spMkLst>
        </pc:spChg>
      </pc:sldChg>
      <pc:sldChg chg="modSp mod">
        <pc:chgData name="ROSARIO LEOTE" userId="f2385bf78fd660e6" providerId="LiveId" clId="{3A2B83B4-759C-4752-9FCD-F6756DEAB655}" dt="2026-05-17T13:12:35.183" v="11"/>
        <pc:sldMkLst>
          <pc:docMk/>
          <pc:sldMk cId="2388178676" sldId="268"/>
        </pc:sldMkLst>
        <pc:spChg chg="mod">
          <ac:chgData name="ROSARIO LEOTE" userId="f2385bf78fd660e6" providerId="LiveId" clId="{3A2B83B4-759C-4752-9FCD-F6756DEAB655}" dt="2026-05-17T13:12:26.495" v="10"/>
          <ac:spMkLst>
            <pc:docMk/>
            <pc:sldMk cId="2388178676" sldId="268"/>
            <ac:spMk id="2" creationId="{E0F9A062-BF57-A0DF-E7C7-11063C15DB34}"/>
          </ac:spMkLst>
        </pc:spChg>
        <pc:spChg chg="mod">
          <ac:chgData name="ROSARIO LEOTE" userId="f2385bf78fd660e6" providerId="LiveId" clId="{3A2B83B4-759C-4752-9FCD-F6756DEAB655}" dt="2026-05-17T13:12:35.183" v="11"/>
          <ac:spMkLst>
            <pc:docMk/>
            <pc:sldMk cId="2388178676" sldId="268"/>
            <ac:spMk id="10" creationId="{D9A929DF-6A67-914D-D8C7-E1DC12F30108}"/>
          </ac:spMkLst>
        </pc:spChg>
      </pc:sldChg>
      <pc:sldChg chg="modSp mod">
        <pc:chgData name="ROSARIO LEOTE" userId="f2385bf78fd660e6" providerId="LiveId" clId="{3A2B83B4-759C-4752-9FCD-F6756DEAB655}" dt="2026-05-17T13:12:51.726" v="13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5-17T13:12:43.225" v="12"/>
          <ac:spMkLst>
            <pc:docMk/>
            <pc:sldMk cId="251851279" sldId="269"/>
            <ac:spMk id="2" creationId="{14E50F61-054F-662E-0DF9-E2246F4FAF2A}"/>
          </ac:spMkLst>
        </pc:spChg>
        <pc:spChg chg="mod">
          <ac:chgData name="ROSARIO LEOTE" userId="f2385bf78fd660e6" providerId="LiveId" clId="{3A2B83B4-759C-4752-9FCD-F6756DEAB655}" dt="2026-05-17T13:12:51.726" v="13"/>
          <ac:spMkLst>
            <pc:docMk/>
            <pc:sldMk cId="251851279" sldId="269"/>
            <ac:spMk id="10" creationId="{DC750486-2F8A-7E80-559D-6F2A632EEE42}"/>
          </ac:spMkLst>
        </pc:spChg>
      </pc:sldChg>
      <pc:sldChg chg="modSp mod">
        <pc:chgData name="ROSARIO LEOTE" userId="f2385bf78fd660e6" providerId="LiveId" clId="{3A2B83B4-759C-4752-9FCD-F6756DEAB655}" dt="2026-05-17T13:13:09.763" v="15"/>
        <pc:sldMkLst>
          <pc:docMk/>
          <pc:sldMk cId="678844019" sldId="270"/>
        </pc:sldMkLst>
        <pc:spChg chg="mod">
          <ac:chgData name="ROSARIO LEOTE" userId="f2385bf78fd660e6" providerId="LiveId" clId="{3A2B83B4-759C-4752-9FCD-F6756DEAB655}" dt="2026-05-17T13:12:59.727" v="14"/>
          <ac:spMkLst>
            <pc:docMk/>
            <pc:sldMk cId="678844019" sldId="270"/>
            <ac:spMk id="2" creationId="{802A0D1A-8BA2-1C61-20D1-7AE0F615B89F}"/>
          </ac:spMkLst>
        </pc:spChg>
        <pc:spChg chg="mod">
          <ac:chgData name="ROSARIO LEOTE" userId="f2385bf78fd660e6" providerId="LiveId" clId="{3A2B83B4-759C-4752-9FCD-F6756DEAB655}" dt="2026-05-17T13:13:09.763" v="15"/>
          <ac:spMkLst>
            <pc:docMk/>
            <pc:sldMk cId="678844019" sldId="270"/>
            <ac:spMk id="10" creationId="{7C6CC556-D764-617C-45D4-3041E6984B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Portugal possui vários recursos naturais importantes, mas a sua gestão enfrenta desafios específicos ligados ao clima, ao território e ao uso humano. Neste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submódulo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vamos observar os principais recursos do país e os problemas que se colocam à sua preservação.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futuro ambiental depende das decisões que tomamos hoje. O modo como usamos energia, produzimos resíduos, ocupamos o território e protegemos os recursos naturais influencia diretamente a qualidade de vida das próximas gerações.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os hábitos atuais se mantiverem, é provável que aumentem a poluição, os resíduos, a pressão sobre os recursos e os problemas de saúde e bem-estar. O futuro torna-se mais difícil quando o presente não altera práticas insustentáveis.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alterações climáticas tendem a agravar-se se não houver redução de emissões e adaptação dos territórios. Eventos extremos, secas, ondas de calor e outros fenómenos impactam água, solo, energia e saúde.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saúde pública também depende do ambiente. Se a poluição se mantiver elevada, poderão intensificar-se problemas respiratórios, cardiovasculares e outros efeitos associados à exposição prolongada a ambientes degradados.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impactos ambientais têm custos económicos elevados: cuidados de saúde, perda de produtividade, danos em infraestruturas e maior dependência de recursos. Por isso, prevenir é sempre mais eficiente do que reparar.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prevenção precisa de educação ambiental, planeamento territorial, monitorização e participação cidadã. Quanto mais cedo se atuar, menores serão os danos e os custos futuros.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mudança passa por sustentabilidade, economia circular e redução de riscos. </a:t>
            </a:r>
            <a:r>
              <a:rPr lang="pt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necessário transformar hábitos individuais e políticas públicas para criar um futuro ambientalmente mais seguro.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rea.apambiente.pt/content/%C3%ADndice-de-qualidade-do-a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apambiente.pt/sites/default/files/_A_APA/Comunicacao/Destaques/2024/REA%202024/rea_2024_destaques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hyperlink" Target="https://www.dge.mec.pt/sustentabilidade-para-educacao-ambiental" TargetMode="External"/><Relationship Id="rId4" Type="http://schemas.openxmlformats.org/officeDocument/2006/relationships/hyperlink" Target="https://tvi.iol.pt/noticias/sociedade/poluicao/dgs-avisa-cuidado-com-a-exposicao-ao-ar-liv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6.4: Consequências para o futuro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Definir energia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Utilização da energia</a:t>
            </a:r>
            <a:endParaRPr lang="pt-PT" sz="1000" i="1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futuro ambiental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As decisões de hoje afetam o amanhã.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O ambiente condiciona a vida </a:t>
            </a:r>
            <a:r>
              <a:rPr lang="pt-PT" sz="1600" b="1" dirty="0" err="1">
                <a:solidFill>
                  <a:srgbClr val="2C5F2D"/>
                </a:solidFill>
                <a:latin typeface="Calibri"/>
              </a:rPr>
              <a:t>futur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Mais poluição.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Mais resíduos.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Mais risco para a saúde e os ecossistemas.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Se nada mudar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58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Alterações climáticas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r>
              <a:rPr lang="pt-PT" dirty="0"/>
              <a:t>Eventos extremos mais frequentes.</a:t>
            </a:r>
          </a:p>
          <a:p>
            <a:endParaRPr lang="pt-PT" dirty="0"/>
          </a:p>
          <a:p>
            <a:r>
              <a:rPr lang="pt-PT" dirty="0"/>
              <a:t>Pressão sobre água, solo e energia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Saúde futura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Doenças ligadas à poluição podem aumentar.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Grupos vulneráveis continuarão a precisar de proteção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Economia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Custos mais elevados.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Menor produtividade.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Mais dependência de recursos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Papel da prevenção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Agir cedo reduz danos.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Educação e planeamento são essenciais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Mudança necessária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Sustentabilidade.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Economia circular.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Redução de riscos.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APA Agência Portuguesa do Ambiente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2"/>
              </a:rPr>
              <a:t>https://apambiente.pt/sites/default/files/_A_APA/Comunicacao/Destaques/2024/REA%202024/rea_2024_destaques.pdf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https://rea.apambiente.pt/content/%C3%ADndice-de-qualidade-do-ar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DGS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4"/>
              </a:rPr>
              <a:t>https://tvi.iol.pt/noticias/sociedade/poluicao/dgs-avisa-cuidado-com-a-exposicao-ao-ar-livre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5"/>
              </a:rPr>
              <a:t>https://www.dge.mec.pt/sustentabilidade-para-educacao-ambiental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511</Words>
  <Application>Microsoft Office PowerPoint</Application>
  <PresentationFormat>Ecrã Panorâmico</PresentationFormat>
  <Paragraphs>74</Paragraphs>
  <Slides>11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O futuro ambiental</vt:lpstr>
      <vt:lpstr>Apresentação do PowerPoint</vt:lpstr>
      <vt:lpstr>Alterações climáticas</vt:lpstr>
      <vt:lpstr>Saúde futura</vt:lpstr>
      <vt:lpstr>Economia</vt:lpstr>
      <vt:lpstr>Papel da prevenção</vt:lpstr>
      <vt:lpstr>Mudança necessária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14</cp:revision>
  <dcterms:created xsi:type="dcterms:W3CDTF">2026-05-07T16:07:26Z</dcterms:created>
  <dcterms:modified xsi:type="dcterms:W3CDTF">2026-05-17T13:14:08Z</dcterms:modified>
</cp:coreProperties>
</file>