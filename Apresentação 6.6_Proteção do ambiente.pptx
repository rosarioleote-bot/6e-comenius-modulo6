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2" r:id="rId7"/>
    <p:sldId id="264" r:id="rId8"/>
    <p:sldId id="268" r:id="rId9"/>
    <p:sldId id="269" r:id="rId10"/>
    <p:sldId id="270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0D4C1-C640-4FF4-8F36-92010A102C66}" v="9" dt="2026-05-17T13:21:35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46" d="100"/>
          <a:sy n="46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modSld">
      <pc:chgData name="ROSARIO LEOTE" userId="f2385bf78fd660e6" providerId="LiveId" clId="{3A2B83B4-759C-4752-9FCD-F6756DEAB655}" dt="2026-05-17T13:20:52.725" v="16" actId="20577"/>
      <pc:docMkLst>
        <pc:docMk/>
      </pc:docMkLst>
      <pc:sldChg chg="modSp mod">
        <pc:chgData name="ROSARIO LEOTE" userId="f2385bf78fd660e6" providerId="LiveId" clId="{3A2B83B4-759C-4752-9FCD-F6756DEAB655}" dt="2026-05-17T13:19:01.474" v="3"/>
        <pc:sldMkLst>
          <pc:docMk/>
          <pc:sldMk cId="2465876566" sldId="259"/>
        </pc:sldMkLst>
        <pc:spChg chg="mod">
          <ac:chgData name="ROSARIO LEOTE" userId="f2385bf78fd660e6" providerId="LiveId" clId="{3A2B83B4-759C-4752-9FCD-F6756DEAB655}" dt="2026-05-17T13:18:53.531" v="2"/>
          <ac:spMkLst>
            <pc:docMk/>
            <pc:sldMk cId="2465876566" sldId="259"/>
            <ac:spMk id="3" creationId="{61ACD000-1940-3A0A-3495-F5DD84B617B3}"/>
          </ac:spMkLst>
        </pc:spChg>
        <pc:spChg chg="mod">
          <ac:chgData name="ROSARIO LEOTE" userId="f2385bf78fd660e6" providerId="LiveId" clId="{3A2B83B4-759C-4752-9FCD-F6756DEAB655}" dt="2026-05-17T13:19:01.474" v="3"/>
          <ac:spMkLst>
            <pc:docMk/>
            <pc:sldMk cId="2465876566" sldId="259"/>
            <ac:spMk id="4" creationId="{00000000-0000-0000-0000-000000000000}"/>
          </ac:spMkLst>
        </pc:spChg>
      </pc:sldChg>
      <pc:sldChg chg="modSp mod">
        <pc:chgData name="ROSARIO LEOTE" userId="f2385bf78fd660e6" providerId="LiveId" clId="{3A2B83B4-759C-4752-9FCD-F6756DEAB655}" dt="2026-05-17T13:18:46.258" v="1"/>
        <pc:sldMkLst>
          <pc:docMk/>
          <pc:sldMk cId="330683344" sldId="261"/>
        </pc:sldMkLst>
        <pc:spChg chg="mod">
          <ac:chgData name="ROSARIO LEOTE" userId="f2385bf78fd660e6" providerId="LiveId" clId="{3A2B83B4-759C-4752-9FCD-F6756DEAB655}" dt="2026-05-17T13:18:37.643" v="0"/>
          <ac:spMkLst>
            <pc:docMk/>
            <pc:sldMk cId="330683344" sldId="261"/>
            <ac:spMk id="2" creationId="{3C89D471-B39B-7FBD-9836-A9A1EDD5E172}"/>
          </ac:spMkLst>
        </pc:spChg>
        <pc:spChg chg="mod">
          <ac:chgData name="ROSARIO LEOTE" userId="f2385bf78fd660e6" providerId="LiveId" clId="{3A2B83B4-759C-4752-9FCD-F6756DEAB655}" dt="2026-05-17T13:18:46.258" v="1"/>
          <ac:spMkLst>
            <pc:docMk/>
            <pc:sldMk cId="330683344" sldId="261"/>
            <ac:spMk id="10" creationId="{EDCCA609-D6E6-CDB2-6BF7-3439837593DA}"/>
          </ac:spMkLst>
        </pc:spChg>
      </pc:sldChg>
      <pc:sldChg chg="modSp mod">
        <pc:chgData name="ROSARIO LEOTE" userId="f2385bf78fd660e6" providerId="LiveId" clId="{3A2B83B4-759C-4752-9FCD-F6756DEAB655}" dt="2026-05-17T13:19:19.375" v="5"/>
        <pc:sldMkLst>
          <pc:docMk/>
          <pc:sldMk cId="2265709929" sldId="262"/>
        </pc:sldMkLst>
        <pc:spChg chg="mod">
          <ac:chgData name="ROSARIO LEOTE" userId="f2385bf78fd660e6" providerId="LiveId" clId="{3A2B83B4-759C-4752-9FCD-F6756DEAB655}" dt="2026-05-17T13:19:09.292" v="4"/>
          <ac:spMkLst>
            <pc:docMk/>
            <pc:sldMk cId="2265709929" sldId="26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5-17T13:19:19.375" v="5"/>
          <ac:spMkLst>
            <pc:docMk/>
            <pc:sldMk cId="2265709929" sldId="262"/>
            <ac:spMk id="10" creationId="{CA4124ED-BE58-7407-3E0A-55865817458C}"/>
          </ac:spMkLst>
        </pc:spChg>
      </pc:sldChg>
      <pc:sldChg chg="modSp mod">
        <pc:chgData name="ROSARIO LEOTE" userId="f2385bf78fd660e6" providerId="LiveId" clId="{3A2B83B4-759C-4752-9FCD-F6756DEAB655}" dt="2026-05-17T13:19:37.122" v="7"/>
        <pc:sldMkLst>
          <pc:docMk/>
          <pc:sldMk cId="2396432876" sldId="264"/>
        </pc:sldMkLst>
        <pc:spChg chg="mod">
          <ac:chgData name="ROSARIO LEOTE" userId="f2385bf78fd660e6" providerId="LiveId" clId="{3A2B83B4-759C-4752-9FCD-F6756DEAB655}" dt="2026-05-17T13:19:28.890" v="6"/>
          <ac:spMkLst>
            <pc:docMk/>
            <pc:sldMk cId="2396432876" sldId="264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5-17T13:19:37.122" v="7"/>
          <ac:spMkLst>
            <pc:docMk/>
            <pc:sldMk cId="2396432876" sldId="264"/>
            <ac:spMk id="10" creationId="{BFA165D5-8B7C-1A38-CBF4-9A72A562EDED}"/>
          </ac:spMkLst>
        </pc:spChg>
      </pc:sldChg>
      <pc:sldChg chg="modSp mod">
        <pc:chgData name="ROSARIO LEOTE" userId="f2385bf78fd660e6" providerId="LiveId" clId="{3A2B83B4-759C-4752-9FCD-F6756DEAB655}" dt="2026-05-17T13:20:52.725" v="16" actId="20577"/>
        <pc:sldMkLst>
          <pc:docMk/>
          <pc:sldMk cId="86377539" sldId="266"/>
        </pc:sldMkLst>
        <pc:spChg chg="mod">
          <ac:chgData name="ROSARIO LEOTE" userId="f2385bf78fd660e6" providerId="LiveId" clId="{3A2B83B4-759C-4752-9FCD-F6756DEAB655}" dt="2026-05-17T13:20:52.725" v="16" actId="20577"/>
          <ac:spMkLst>
            <pc:docMk/>
            <pc:sldMk cId="86377539" sldId="266"/>
            <ac:spMk id="10" creationId="{2E15C76C-59A1-3C65-623D-14576AABCEB2}"/>
          </ac:spMkLst>
        </pc:spChg>
      </pc:sldChg>
      <pc:sldChg chg="modSp mod">
        <pc:chgData name="ROSARIO LEOTE" userId="f2385bf78fd660e6" providerId="LiveId" clId="{3A2B83B4-759C-4752-9FCD-F6756DEAB655}" dt="2026-05-17T13:19:53.920" v="9"/>
        <pc:sldMkLst>
          <pc:docMk/>
          <pc:sldMk cId="2388178676" sldId="268"/>
        </pc:sldMkLst>
        <pc:spChg chg="mod">
          <ac:chgData name="ROSARIO LEOTE" userId="f2385bf78fd660e6" providerId="LiveId" clId="{3A2B83B4-759C-4752-9FCD-F6756DEAB655}" dt="2026-05-17T13:19:44.620" v="8"/>
          <ac:spMkLst>
            <pc:docMk/>
            <pc:sldMk cId="2388178676" sldId="268"/>
            <ac:spMk id="2" creationId="{E0F9A062-BF57-A0DF-E7C7-11063C15DB34}"/>
          </ac:spMkLst>
        </pc:spChg>
        <pc:spChg chg="mod">
          <ac:chgData name="ROSARIO LEOTE" userId="f2385bf78fd660e6" providerId="LiveId" clId="{3A2B83B4-759C-4752-9FCD-F6756DEAB655}" dt="2026-05-17T13:19:53.920" v="9"/>
          <ac:spMkLst>
            <pc:docMk/>
            <pc:sldMk cId="2388178676" sldId="268"/>
            <ac:spMk id="10" creationId="{D9A929DF-6A67-914D-D8C7-E1DC12F30108}"/>
          </ac:spMkLst>
        </pc:spChg>
      </pc:sldChg>
      <pc:sldChg chg="modSp mod">
        <pc:chgData name="ROSARIO LEOTE" userId="f2385bf78fd660e6" providerId="LiveId" clId="{3A2B83B4-759C-4752-9FCD-F6756DEAB655}" dt="2026-05-17T13:20:10.274" v="11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5-17T13:20:01.225" v="10"/>
          <ac:spMkLst>
            <pc:docMk/>
            <pc:sldMk cId="251851279" sldId="269"/>
            <ac:spMk id="2" creationId="{14E50F61-054F-662E-0DF9-E2246F4FAF2A}"/>
          </ac:spMkLst>
        </pc:spChg>
        <pc:spChg chg="mod">
          <ac:chgData name="ROSARIO LEOTE" userId="f2385bf78fd660e6" providerId="LiveId" clId="{3A2B83B4-759C-4752-9FCD-F6756DEAB655}" dt="2026-05-17T13:20:10.274" v="11"/>
          <ac:spMkLst>
            <pc:docMk/>
            <pc:sldMk cId="251851279" sldId="269"/>
            <ac:spMk id="10" creationId="{DC750486-2F8A-7E80-559D-6F2A632EEE42}"/>
          </ac:spMkLst>
        </pc:spChg>
      </pc:sldChg>
      <pc:sldChg chg="modSp mod">
        <pc:chgData name="ROSARIO LEOTE" userId="f2385bf78fd660e6" providerId="LiveId" clId="{3A2B83B4-759C-4752-9FCD-F6756DEAB655}" dt="2026-05-17T13:20:24.966" v="13"/>
        <pc:sldMkLst>
          <pc:docMk/>
          <pc:sldMk cId="678844019" sldId="270"/>
        </pc:sldMkLst>
        <pc:spChg chg="mod">
          <ac:chgData name="ROSARIO LEOTE" userId="f2385bf78fd660e6" providerId="LiveId" clId="{3A2B83B4-759C-4752-9FCD-F6756DEAB655}" dt="2026-05-17T13:20:16.931" v="12"/>
          <ac:spMkLst>
            <pc:docMk/>
            <pc:sldMk cId="678844019" sldId="270"/>
            <ac:spMk id="2" creationId="{802A0D1A-8BA2-1C61-20D1-7AE0F615B89F}"/>
          </ac:spMkLst>
        </pc:spChg>
        <pc:spChg chg="mod">
          <ac:chgData name="ROSARIO LEOTE" userId="f2385bf78fd660e6" providerId="LiveId" clId="{3A2B83B4-759C-4752-9FCD-F6756DEAB655}" dt="2026-05-17T13:20:24.966" v="13"/>
          <ac:spMkLst>
            <pc:docMk/>
            <pc:sldMk cId="678844019" sldId="270"/>
            <ac:spMk id="10" creationId="{7C6CC556-D764-617C-45D4-3041E6984B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Portugal possui vários recursos naturais importantes, mas a sua gestão enfrenta desafios específicos ligados ao clima, ao território e ao uso humano. Neste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submódulo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vamos observar os principais recursos do país e os problemas que se colocam à sua preservação.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Proteger o ambiente significa adotar medidas que evitem a sua degradação e preservem os recursos naturais. Esta proteção depende tanto das escolhas individuais como das decisões institucionais e coletivas, porque o ambiente é um bem comum.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necessário proteger o ambiente porque dele dependem a saúde, a economia, a alimentação e a qualidade de vida. Quando o ambiente se degrada, aumentam a poluição, os riscos e a vulnerabilidade das populações.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medidas incluem redução de resíduos, reciclagem, reutilização, controlo de emissões, proteção dos recursos hídricos e uso racional dos solos. As soluções ambientais devem atuar na prevenção, e não apenas na correção de danos.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proteção do ambiente envolve várias instituições: APA, DGS, municípios, escolas e empresas. Cada uma tem responsabilidades diferentes, desde o controlo ambiental até à educação e à gestão de serviços públicos.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cidadão tem um papel essencial ao separar resíduos, poupar recursos, respeitar os espaços públicos e participar em ações de melhoria ambiental. A proteção do ambiente começa em comportamentos simples e consistentes.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educação ambiental é uma ferramenta central porque ajuda a compreender os problemas e a agir de forma informada. A DGE e a APA destacam a importância de formar cidadãos capazes de participar ativamente na sustentabilidade.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educação ambiental é uma ferramenta central porque ajuda a compreender os problemas e a agir de forma informada. A DGE e a APA destacam a importância de formar cidadãos capazes de participar ativamente na sustentabilidade.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rea.apambiente.pt/content/%C3%ADndice-de-qualidade-do-ar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apambiente.pt/sites/default/files/_A_APA/Comunicacao/Destaques/2024/REA%202024/rea_2024_destaques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dge.mec.pt/sites/default/files/ECidadania/Educacao_Ambiental/documentos/referencial_ambiente.pdf" TargetMode="External"/><Relationship Id="rId5" Type="http://schemas.openxmlformats.org/officeDocument/2006/relationships/hyperlink" Target="https://www.dge.mec.pt/sustentabilidade-para-educacao-ambiental" TargetMode="External"/><Relationship Id="rId4" Type="http://schemas.openxmlformats.org/officeDocument/2006/relationships/hyperlink" Target="https://tvi.iol.pt/noticias/sociedade/poluicao/dgs-avisa-cuidado-com-a-exposicao-ao-ar-livre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6.5: Ambiente e qualidade de vida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Definir energia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Utilização da energia</a:t>
            </a:r>
            <a:endParaRPr lang="pt-PT" sz="1000" i="1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que é proteger o ambiente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Proteger o ambiente é evitar a sua degradação e conservar os recursos naturais.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Implica ação individual, coletiva e institucional.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O ambiente saudável é base da vida humana.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Sem proteção há poluição, riscos e perda de qualidade de vida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Porque é necessário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58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Medidas de proteção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r>
              <a:rPr lang="pt-PT" dirty="0"/>
              <a:t>Redução de resíduos.</a:t>
            </a:r>
          </a:p>
          <a:p>
            <a:endParaRPr lang="pt-PT" dirty="0"/>
          </a:p>
          <a:p>
            <a:r>
              <a:rPr lang="pt-PT" dirty="0"/>
              <a:t>Reutilização e reciclagem.</a:t>
            </a:r>
          </a:p>
          <a:p>
            <a:endParaRPr lang="pt-PT" dirty="0"/>
          </a:p>
          <a:p>
            <a:r>
              <a:rPr lang="pt-PT" dirty="0"/>
              <a:t>Menos emissões.</a:t>
            </a:r>
          </a:p>
          <a:p>
            <a:endParaRPr lang="pt-PT" dirty="0"/>
          </a:p>
          <a:p>
            <a:r>
              <a:rPr lang="pt-PT" dirty="0"/>
              <a:t>Proteção da água, do ar e do solo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Papel das instituições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APA.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DGS.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Municípios.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Escolas e empresas.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Papel do cidadão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Separar resíduos.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Poupar recursos.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Participar.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Respeitar os espaços públicos.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Educação ambiental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Ensina a agir com responsabilidade.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Ajuda a mudar comportamentos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Futuro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Mais proteção = mais sustentabilidade.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Proteger o ambiente é investir na saúde e no futuro.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APA Agência Portuguesa do Ambiente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2"/>
              </a:rPr>
              <a:t>https://apambiente.pt/sites/default/files/_A_APA/Comunicacao/Destaques/2024/REA%202024/rea_2024_destaques.pdf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https://rea.apambiente.pt/content/%C3%ADndice-de-qualidade-do-ar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DGS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4"/>
              </a:rPr>
              <a:t>https://tvi.iol.pt/noticias/sociedade/poluicao/dgs-avisa-cuidado-com-a-exposicao-ao-ar-livre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5"/>
              </a:rPr>
              <a:t>https://www.dge.mec.pt/sustentabilidade-para-educacao-ambiental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6"/>
              </a:rPr>
              <a:t>https://www.dge.mec.pt/sites/default/files/ECidadania/Educacao_Ambiental/documentos/referencial_ambiente.pdf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599</Words>
  <Application>Microsoft Office PowerPoint</Application>
  <PresentationFormat>Ecrã Panorâmico</PresentationFormat>
  <Paragraphs>82</Paragraphs>
  <Slides>11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O que é proteger o ambiente</vt:lpstr>
      <vt:lpstr>Apresentação do PowerPoint</vt:lpstr>
      <vt:lpstr>Medidas de proteção</vt:lpstr>
      <vt:lpstr>Papel das instituições</vt:lpstr>
      <vt:lpstr>Papel do cidadão</vt:lpstr>
      <vt:lpstr>Educação ambiental</vt:lpstr>
      <vt:lpstr>Futuro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16</cp:revision>
  <dcterms:created xsi:type="dcterms:W3CDTF">2026-05-07T16:07:26Z</dcterms:created>
  <dcterms:modified xsi:type="dcterms:W3CDTF">2026-05-17T13:21:36Z</dcterms:modified>
</cp:coreProperties>
</file>