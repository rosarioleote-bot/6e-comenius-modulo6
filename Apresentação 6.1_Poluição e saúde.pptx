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3" r:id="rId4"/>
    <p:sldId id="276" r:id="rId5"/>
    <p:sldId id="279" r:id="rId6"/>
    <p:sldId id="283" r:id="rId7"/>
    <p:sldId id="287" r:id="rId8"/>
    <p:sldId id="291" r:id="rId9"/>
    <p:sldId id="305" r:id="rId10"/>
    <p:sldId id="300" r:id="rId11"/>
    <p:sldId id="302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64917-5FBD-47D1-8013-88D9F8F6C422}" v="22" dt="2026-06-08T21:11:48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356" autoAdjust="0"/>
  </p:normalViewPr>
  <p:slideViewPr>
    <p:cSldViewPr snapToGrid="0">
      <p:cViewPr varScale="1">
        <p:scale>
          <a:sx n="73" d="100"/>
          <a:sy n="73" d="100"/>
        </p:scale>
        <p:origin x="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RIO LEOTE" userId="f2385bf78fd660e6" providerId="LiveId" clId="{3A2B83B4-759C-4752-9FCD-F6756DEAB655}"/>
    <pc:docChg chg="undo custSel addSld delSld modSld">
      <pc:chgData name="ROSARIO LEOTE" userId="f2385bf78fd660e6" providerId="LiveId" clId="{3A2B83B4-759C-4752-9FCD-F6756DEAB655}" dt="2026-06-08T21:22:44.454" v="215"/>
      <pc:docMkLst>
        <pc:docMk/>
      </pc:docMkLst>
      <pc:sldChg chg="del">
        <pc:chgData name="ROSARIO LEOTE" userId="f2385bf78fd660e6" providerId="LiveId" clId="{3A2B83B4-759C-4752-9FCD-F6756DEAB655}" dt="2026-06-08T21:07:22.330" v="56"/>
        <pc:sldMkLst>
          <pc:docMk/>
          <pc:sldMk cId="2802503140" sldId="257"/>
        </pc:sldMkLst>
      </pc:sldChg>
      <pc:sldChg chg="modSp mod">
        <pc:chgData name="ROSARIO LEOTE" userId="f2385bf78fd660e6" providerId="LiveId" clId="{3A2B83B4-759C-4752-9FCD-F6756DEAB655}" dt="2026-05-17T12:47:54.312" v="9"/>
        <pc:sldMkLst>
          <pc:docMk/>
          <pc:sldMk cId="3489668183" sldId="258"/>
        </pc:sldMkLst>
        <pc:spChg chg="mod">
          <ac:chgData name="ROSARIO LEOTE" userId="f2385bf78fd660e6" providerId="LiveId" clId="{3A2B83B4-759C-4752-9FCD-F6756DEAB655}" dt="2026-05-17T12:47:54.312" v="9"/>
          <ac:spMkLst>
            <pc:docMk/>
            <pc:sldMk cId="3489668183" sldId="258"/>
            <ac:spMk id="2" creationId="{5ABBAA00-D611-8551-8DEB-9F3A23A09726}"/>
          </ac:spMkLst>
        </pc:spChg>
        <pc:spChg chg="mod">
          <ac:chgData name="ROSARIO LEOTE" userId="f2385bf78fd660e6" providerId="LiveId" clId="{3A2B83B4-759C-4752-9FCD-F6756DEAB655}" dt="2026-05-17T12:47:43.375" v="8"/>
          <ac:spMkLst>
            <pc:docMk/>
            <pc:sldMk cId="3489668183" sldId="258"/>
            <ac:spMk id="3" creationId="{15412611-9DB2-A2FD-37C9-C2E892B8255D}"/>
          </ac:spMkLst>
        </pc:spChg>
      </pc:sldChg>
      <pc:sldChg chg="modSp del mod">
        <pc:chgData name="ROSARIO LEOTE" userId="f2385bf78fd660e6" providerId="LiveId" clId="{3A2B83B4-759C-4752-9FCD-F6756DEAB655}" dt="2026-06-08T21:09:44.351" v="70"/>
        <pc:sldMkLst>
          <pc:docMk/>
          <pc:sldMk cId="2465876566" sldId="259"/>
        </pc:sldMkLst>
      </pc:sldChg>
      <pc:sldChg chg="modSp del mod">
        <pc:chgData name="ROSARIO LEOTE" userId="f2385bf78fd660e6" providerId="LiveId" clId="{3A2B83B4-759C-4752-9FCD-F6756DEAB655}" dt="2026-06-08T21:08:51.825" v="63"/>
        <pc:sldMkLst>
          <pc:docMk/>
          <pc:sldMk cId="330683344" sldId="261"/>
        </pc:sldMkLst>
      </pc:sldChg>
      <pc:sldChg chg="modSp del mod">
        <pc:chgData name="ROSARIO LEOTE" userId="f2385bf78fd660e6" providerId="LiveId" clId="{3A2B83B4-759C-4752-9FCD-F6756DEAB655}" dt="2026-06-08T21:11:10.688" v="77"/>
        <pc:sldMkLst>
          <pc:docMk/>
          <pc:sldMk cId="2265709929" sldId="262"/>
        </pc:sldMkLst>
      </pc:sldChg>
      <pc:sldChg chg="modSp del mod">
        <pc:chgData name="ROSARIO LEOTE" userId="f2385bf78fd660e6" providerId="LiveId" clId="{3A2B83B4-759C-4752-9FCD-F6756DEAB655}" dt="2026-06-08T21:12:34.848" v="100"/>
        <pc:sldMkLst>
          <pc:docMk/>
          <pc:sldMk cId="2396432876" sldId="264"/>
        </pc:sldMkLst>
      </pc:sldChg>
      <pc:sldChg chg="modSp del mod">
        <pc:chgData name="ROSARIO LEOTE" userId="f2385bf78fd660e6" providerId="LiveId" clId="{3A2B83B4-759C-4752-9FCD-F6756DEAB655}" dt="2026-06-08T21:20:31.218" v="203"/>
        <pc:sldMkLst>
          <pc:docMk/>
          <pc:sldMk cId="86377539" sldId="266"/>
        </pc:sldMkLst>
        <pc:spChg chg="mod">
          <ac:chgData name="ROSARIO LEOTE" userId="f2385bf78fd660e6" providerId="LiveId" clId="{3A2B83B4-759C-4752-9FCD-F6756DEAB655}" dt="2026-05-17T12:59:53.168" v="51" actId="6549"/>
          <ac:spMkLst>
            <pc:docMk/>
            <pc:sldMk cId="86377539" sldId="266"/>
            <ac:spMk id="10" creationId="{2E15C76C-59A1-3C65-623D-14576AABCEB2}"/>
          </ac:spMkLst>
        </pc:spChg>
      </pc:sldChg>
      <pc:sldChg chg="modSp del mod">
        <pc:chgData name="ROSARIO LEOTE" userId="f2385bf78fd660e6" providerId="LiveId" clId="{3A2B83B4-759C-4752-9FCD-F6756DEAB655}" dt="2026-06-08T21:13:49.261" v="119"/>
        <pc:sldMkLst>
          <pc:docMk/>
          <pc:sldMk cId="2388178676" sldId="268"/>
        </pc:sldMkLst>
      </pc:sldChg>
      <pc:sldChg chg="modSp del mod">
        <pc:chgData name="ROSARIO LEOTE" userId="f2385bf78fd660e6" providerId="LiveId" clId="{3A2B83B4-759C-4752-9FCD-F6756DEAB655}" dt="2026-06-08T21:15:16.735" v="132"/>
        <pc:sldMkLst>
          <pc:docMk/>
          <pc:sldMk cId="251851279" sldId="269"/>
        </pc:sldMkLst>
        <pc:spChg chg="mod">
          <ac:chgData name="ROSARIO LEOTE" userId="f2385bf78fd660e6" providerId="LiveId" clId="{3A2B83B4-759C-4752-9FCD-F6756DEAB655}" dt="2026-06-08T21:14:12.509" v="124" actId="14100"/>
          <ac:spMkLst>
            <pc:docMk/>
            <pc:sldMk cId="251851279" sldId="269"/>
            <ac:spMk id="10" creationId="{DC750486-2F8A-7E80-559D-6F2A632EEE42}"/>
          </ac:spMkLst>
        </pc:spChg>
      </pc:sldChg>
      <pc:sldChg chg="modSp add del mod">
        <pc:chgData name="ROSARIO LEOTE" userId="f2385bf78fd660e6" providerId="LiveId" clId="{3A2B83B4-759C-4752-9FCD-F6756DEAB655}" dt="2026-06-08T21:19:28.432" v="196"/>
        <pc:sldMkLst>
          <pc:docMk/>
          <pc:sldMk cId="678844019" sldId="270"/>
        </pc:sldMkLst>
      </pc:sldChg>
      <pc:sldChg chg="modSp add del mod">
        <pc:chgData name="ROSARIO LEOTE" userId="f2385bf78fd660e6" providerId="LiveId" clId="{3A2B83B4-759C-4752-9FCD-F6756DEAB655}" dt="2026-06-08T21:07:42.583" v="59"/>
        <pc:sldMkLst>
          <pc:docMk/>
          <pc:sldMk cId="2857880612" sldId="271"/>
        </pc:sldMkLst>
        <pc:spChg chg="mod">
          <ac:chgData name="ROSARIO LEOTE" userId="f2385bf78fd660e6" providerId="LiveId" clId="{3A2B83B4-759C-4752-9FCD-F6756DEAB655}" dt="2026-06-08T21:07:35.758" v="57"/>
          <ac:spMkLst>
            <pc:docMk/>
            <pc:sldMk cId="2857880612" sldId="271"/>
            <ac:spMk id="10" creationId="{00000000-0000-0000-0000-000000000000}"/>
          </ac:spMkLst>
        </pc:spChg>
      </pc:sldChg>
      <pc:sldChg chg="add del">
        <pc:chgData name="ROSARIO LEOTE" userId="f2385bf78fd660e6" providerId="LiveId" clId="{3A2B83B4-759C-4752-9FCD-F6756DEAB655}" dt="2026-06-08T21:08:18.444" v="61"/>
        <pc:sldMkLst>
          <pc:docMk/>
          <pc:sldMk cId="964132513" sldId="272"/>
        </pc:sldMkLst>
      </pc:sldChg>
      <pc:sldChg chg="add">
        <pc:chgData name="ROSARIO LEOTE" userId="f2385bf78fd660e6" providerId="LiveId" clId="{3A2B83B4-759C-4752-9FCD-F6756DEAB655}" dt="2026-06-08T21:08:18.405" v="60"/>
        <pc:sldMkLst>
          <pc:docMk/>
          <pc:sldMk cId="4082341609" sldId="273"/>
        </pc:sldMkLst>
      </pc:sldChg>
      <pc:sldChg chg="modSp add del mod">
        <pc:chgData name="ROSARIO LEOTE" userId="f2385bf78fd660e6" providerId="LiveId" clId="{3A2B83B4-759C-4752-9FCD-F6756DEAB655}" dt="2026-06-08T21:09:06.916" v="66"/>
        <pc:sldMkLst>
          <pc:docMk/>
          <pc:sldMk cId="3958934620" sldId="274"/>
        </pc:sldMkLst>
        <pc:spChg chg="mod">
          <ac:chgData name="ROSARIO LEOTE" userId="f2385bf78fd660e6" providerId="LiveId" clId="{3A2B83B4-759C-4752-9FCD-F6756DEAB655}" dt="2026-06-08T21:09:02.428" v="64"/>
          <ac:spMkLst>
            <pc:docMk/>
            <pc:sldMk cId="3958934620" sldId="274"/>
            <ac:spMk id="10" creationId="{EDCCA609-D6E6-CDB2-6BF7-3439837593DA}"/>
          </ac:spMkLst>
        </pc:spChg>
      </pc:sldChg>
      <pc:sldChg chg="add del">
        <pc:chgData name="ROSARIO LEOTE" userId="f2385bf78fd660e6" providerId="LiveId" clId="{3A2B83B4-759C-4752-9FCD-F6756DEAB655}" dt="2026-06-08T21:09:19.822" v="68"/>
        <pc:sldMkLst>
          <pc:docMk/>
          <pc:sldMk cId="3094095080" sldId="275"/>
        </pc:sldMkLst>
      </pc:sldChg>
      <pc:sldChg chg="add">
        <pc:chgData name="ROSARIO LEOTE" userId="f2385bf78fd660e6" providerId="LiveId" clId="{3A2B83B4-759C-4752-9FCD-F6756DEAB655}" dt="2026-06-08T21:09:19.759" v="67"/>
        <pc:sldMkLst>
          <pc:docMk/>
          <pc:sldMk cId="3907318930" sldId="276"/>
        </pc:sldMkLst>
      </pc:sldChg>
      <pc:sldChg chg="modSp add del mod">
        <pc:chgData name="ROSARIO LEOTE" userId="f2385bf78fd660e6" providerId="LiveId" clId="{3A2B83B4-759C-4752-9FCD-F6756DEAB655}" dt="2026-06-08T21:09:56.600" v="73"/>
        <pc:sldMkLst>
          <pc:docMk/>
          <pc:sldMk cId="2459911862" sldId="277"/>
        </pc:sldMkLst>
        <pc:spChg chg="mod">
          <ac:chgData name="ROSARIO LEOTE" userId="f2385bf78fd660e6" providerId="LiveId" clId="{3A2B83B4-759C-4752-9FCD-F6756DEAB655}" dt="2026-06-08T21:09:48.324" v="71"/>
          <ac:spMkLst>
            <pc:docMk/>
            <pc:sldMk cId="2459911862" sldId="277"/>
            <ac:spMk id="4" creationId="{00000000-0000-0000-0000-000000000000}"/>
          </ac:spMkLst>
        </pc:spChg>
      </pc:sldChg>
      <pc:sldChg chg="add del">
        <pc:chgData name="ROSARIO LEOTE" userId="f2385bf78fd660e6" providerId="LiveId" clId="{3A2B83B4-759C-4752-9FCD-F6756DEAB655}" dt="2026-06-08T21:10:09.007" v="75"/>
        <pc:sldMkLst>
          <pc:docMk/>
          <pc:sldMk cId="683095581" sldId="278"/>
        </pc:sldMkLst>
      </pc:sldChg>
      <pc:sldChg chg="add">
        <pc:chgData name="ROSARIO LEOTE" userId="f2385bf78fd660e6" providerId="LiveId" clId="{3A2B83B4-759C-4752-9FCD-F6756DEAB655}" dt="2026-06-08T21:10:08.991" v="74"/>
        <pc:sldMkLst>
          <pc:docMk/>
          <pc:sldMk cId="1766551176" sldId="279"/>
        </pc:sldMkLst>
      </pc:sldChg>
      <pc:sldChg chg="modSp add del mod">
        <pc:chgData name="ROSARIO LEOTE" userId="f2385bf78fd660e6" providerId="LiveId" clId="{3A2B83B4-759C-4752-9FCD-F6756DEAB655}" dt="2026-06-08T21:11:40.379" v="83"/>
        <pc:sldMkLst>
          <pc:docMk/>
          <pc:sldMk cId="3828836292" sldId="280"/>
        </pc:sldMkLst>
        <pc:spChg chg="mod">
          <ac:chgData name="ROSARIO LEOTE" userId="f2385bf78fd660e6" providerId="LiveId" clId="{3A2B83B4-759C-4752-9FCD-F6756DEAB655}" dt="2026-06-08T21:11:15.777" v="81"/>
          <ac:spMkLst>
            <pc:docMk/>
            <pc:sldMk cId="3828836292" sldId="280"/>
            <ac:spMk id="10" creationId="{CA4124ED-BE58-7407-3E0A-55865817458C}"/>
          </ac:spMkLst>
        </pc:spChg>
      </pc:sldChg>
      <pc:sldChg chg="modSp add del mod">
        <pc:chgData name="ROSARIO LEOTE" userId="f2385bf78fd660e6" providerId="LiveId" clId="{3A2B83B4-759C-4752-9FCD-F6756DEAB655}" dt="2026-06-08T21:11:55.927" v="88"/>
        <pc:sldMkLst>
          <pc:docMk/>
          <pc:sldMk cId="2657424424" sldId="281"/>
        </pc:sldMkLst>
        <pc:spChg chg="mod">
          <ac:chgData name="ROSARIO LEOTE" userId="f2385bf78fd660e6" providerId="LiveId" clId="{3A2B83B4-759C-4752-9FCD-F6756DEAB655}" dt="2026-06-08T21:11:55.595" v="86" actId="1076"/>
          <ac:spMkLst>
            <pc:docMk/>
            <pc:sldMk cId="2657424424" sldId="281"/>
            <ac:spMk id="10" creationId="{CA4124ED-BE58-7407-3E0A-55865817458C}"/>
          </ac:spMkLst>
        </pc:spChg>
        <pc:graphicFrameChg chg="mod">
          <ac:chgData name="ROSARIO LEOTE" userId="f2385bf78fd660e6" providerId="LiveId" clId="{3A2B83B4-759C-4752-9FCD-F6756DEAB655}" dt="2026-06-08T21:11:45.628" v="84"/>
          <ac:graphicFrameMkLst>
            <pc:docMk/>
            <pc:sldMk cId="2657424424" sldId="281"/>
            <ac:graphicFrameMk id="101" creationId="{00000000-0000-0000-0000-000000000000}"/>
          </ac:graphicFrameMkLst>
        </pc:graphicFrameChg>
      </pc:sldChg>
      <pc:sldChg chg="modSp add del mod">
        <pc:chgData name="ROSARIO LEOTE" userId="f2385bf78fd660e6" providerId="LiveId" clId="{3A2B83B4-759C-4752-9FCD-F6756DEAB655}" dt="2026-06-08T21:12:17.354" v="98"/>
        <pc:sldMkLst>
          <pc:docMk/>
          <pc:sldMk cId="1581602659" sldId="282"/>
        </pc:sldMkLst>
        <pc:spChg chg="mod">
          <ac:chgData name="ROSARIO LEOTE" userId="f2385bf78fd660e6" providerId="LiveId" clId="{3A2B83B4-759C-4752-9FCD-F6756DEAB655}" dt="2026-06-08T21:12:00.575" v="90" actId="1076"/>
          <ac:spMkLst>
            <pc:docMk/>
            <pc:sldMk cId="1581602659" sldId="282"/>
            <ac:spMk id="2" creationId="{B31B591C-BE2F-B5CB-565D-BE4348950B53}"/>
          </ac:spMkLst>
        </pc:spChg>
        <pc:spChg chg="mod">
          <ac:chgData name="ROSARIO LEOTE" userId="f2385bf78fd660e6" providerId="LiveId" clId="{3A2B83B4-759C-4752-9FCD-F6756DEAB655}" dt="2026-06-08T21:12:08.436" v="96" actId="1076"/>
          <ac:spMkLst>
            <pc:docMk/>
            <pc:sldMk cId="1581602659" sldId="282"/>
            <ac:spMk id="10" creationId="{CA4124ED-BE58-7407-3E0A-55865817458C}"/>
          </ac:spMkLst>
        </pc:spChg>
        <pc:graphicFrameChg chg="mod">
          <ac:chgData name="ROSARIO LEOTE" userId="f2385bf78fd660e6" providerId="LiveId" clId="{3A2B83B4-759C-4752-9FCD-F6756DEAB655}" dt="2026-06-08T21:12:05.705" v="95" actId="1076"/>
          <ac:graphicFrameMkLst>
            <pc:docMk/>
            <pc:sldMk cId="1581602659" sldId="282"/>
            <ac:graphicFrameMk id="101" creationId="{00000000-0000-0000-0000-000000000000}"/>
          </ac:graphicFrameMkLst>
        </pc:graphicFrameChg>
        <pc:picChg chg="mod">
          <ac:chgData name="ROSARIO LEOTE" userId="f2385bf78fd660e6" providerId="LiveId" clId="{3A2B83B4-759C-4752-9FCD-F6756DEAB655}" dt="2026-06-08T21:12:03.089" v="94"/>
          <ac:picMkLst>
            <pc:docMk/>
            <pc:sldMk cId="1581602659" sldId="282"/>
            <ac:picMk id="102" creationId="{00000000-0000-0000-0000-000000000000}"/>
          </ac:picMkLst>
        </pc:picChg>
      </pc:sldChg>
      <pc:sldChg chg="add">
        <pc:chgData name="ROSARIO LEOTE" userId="f2385bf78fd660e6" providerId="LiveId" clId="{3A2B83B4-759C-4752-9FCD-F6756DEAB655}" dt="2026-06-08T21:12:17.315" v="97"/>
        <pc:sldMkLst>
          <pc:docMk/>
          <pc:sldMk cId="2851008441" sldId="283"/>
        </pc:sldMkLst>
      </pc:sldChg>
      <pc:sldChg chg="modSp add del mod">
        <pc:chgData name="ROSARIO LEOTE" userId="f2385bf78fd660e6" providerId="LiveId" clId="{3A2B83B4-759C-4752-9FCD-F6756DEAB655}" dt="2026-06-08T21:13:10.153" v="106"/>
        <pc:sldMkLst>
          <pc:docMk/>
          <pc:sldMk cId="1836170723" sldId="284"/>
        </pc:sldMkLst>
        <pc:spChg chg="mod">
          <ac:chgData name="ROSARIO LEOTE" userId="f2385bf78fd660e6" providerId="LiveId" clId="{3A2B83B4-759C-4752-9FCD-F6756DEAB655}" dt="2026-06-08T21:12:38.790" v="104"/>
          <ac:spMkLst>
            <pc:docMk/>
            <pc:sldMk cId="1836170723" sldId="284"/>
            <ac:spMk id="10" creationId="{BFA165D5-8B7C-1A38-CBF4-9A72A562EDED}"/>
          </ac:spMkLst>
        </pc:spChg>
      </pc:sldChg>
      <pc:sldChg chg="modSp add del mod">
        <pc:chgData name="ROSARIO LEOTE" userId="f2385bf78fd660e6" providerId="LiveId" clId="{3A2B83B4-759C-4752-9FCD-F6756DEAB655}" dt="2026-06-08T21:13:21.289" v="110"/>
        <pc:sldMkLst>
          <pc:docMk/>
          <pc:sldMk cId="2164007681" sldId="285"/>
        </pc:sldMkLst>
        <pc:spChg chg="mod">
          <ac:chgData name="ROSARIO LEOTE" userId="f2385bf78fd660e6" providerId="LiveId" clId="{3A2B83B4-759C-4752-9FCD-F6756DEAB655}" dt="2026-06-08T21:13:21.088" v="108" actId="14100"/>
          <ac:spMkLst>
            <pc:docMk/>
            <pc:sldMk cId="2164007681" sldId="285"/>
            <ac:spMk id="10" creationId="{BFA165D5-8B7C-1A38-CBF4-9A72A562EDED}"/>
          </ac:spMkLst>
        </pc:spChg>
      </pc:sldChg>
      <pc:sldChg chg="modSp add del mod">
        <pc:chgData name="ROSARIO LEOTE" userId="f2385bf78fd660e6" providerId="LiveId" clId="{3A2B83B4-759C-4752-9FCD-F6756DEAB655}" dt="2026-06-08T21:13:33.663" v="114"/>
        <pc:sldMkLst>
          <pc:docMk/>
          <pc:sldMk cId="4222884328" sldId="286"/>
        </pc:sldMkLst>
        <pc:spChg chg="mod">
          <ac:chgData name="ROSARIO LEOTE" userId="f2385bf78fd660e6" providerId="LiveId" clId="{3A2B83B4-759C-4752-9FCD-F6756DEAB655}" dt="2026-06-08T21:13:29.934" v="112" actId="1076"/>
          <ac:spMkLst>
            <pc:docMk/>
            <pc:sldMk cId="4222884328" sldId="286"/>
            <ac:spMk id="2" creationId="{20BCBB4B-0170-1A3C-98EB-8C1FDF966456}"/>
          </ac:spMkLst>
        </pc:spChg>
        <pc:spChg chg="mod">
          <ac:chgData name="ROSARIO LEOTE" userId="f2385bf78fd660e6" providerId="LiveId" clId="{3A2B83B4-759C-4752-9FCD-F6756DEAB655}" dt="2026-06-08T21:13:25.943" v="111" actId="14100"/>
          <ac:spMkLst>
            <pc:docMk/>
            <pc:sldMk cId="4222884328" sldId="286"/>
            <ac:spMk id="10" creationId="{BFA165D5-8B7C-1A38-CBF4-9A72A562EDED}"/>
          </ac:spMkLst>
        </pc:spChg>
      </pc:sldChg>
      <pc:sldChg chg="modSp add mod">
        <pc:chgData name="ROSARIO LEOTE" userId="f2385bf78fd660e6" providerId="LiveId" clId="{3A2B83B4-759C-4752-9FCD-F6756DEAB655}" dt="2026-06-08T21:13:44.279" v="117" actId="1076"/>
        <pc:sldMkLst>
          <pc:docMk/>
          <pc:sldMk cId="597143849" sldId="287"/>
        </pc:sldMkLst>
        <pc:spChg chg="mod">
          <ac:chgData name="ROSARIO LEOTE" userId="f2385bf78fd660e6" providerId="LiveId" clId="{3A2B83B4-759C-4752-9FCD-F6756DEAB655}" dt="2026-06-08T21:13:44.279" v="117" actId="1076"/>
          <ac:spMkLst>
            <pc:docMk/>
            <pc:sldMk cId="597143849" sldId="287"/>
            <ac:spMk id="10" creationId="{BFA165D5-8B7C-1A38-CBF4-9A72A562EDED}"/>
          </ac:spMkLst>
        </pc:spChg>
        <pc:graphicFrameChg chg="mod">
          <ac:chgData name="ROSARIO LEOTE" userId="f2385bf78fd660e6" providerId="LiveId" clId="{3A2B83B4-759C-4752-9FCD-F6756DEAB655}" dt="2026-06-08T21:13:40.078" v="115" actId="1076"/>
          <ac:graphicFrameMkLst>
            <pc:docMk/>
            <pc:sldMk cId="597143849" sldId="287"/>
            <ac:graphicFrameMk id="101" creationId="{00000000-0000-0000-0000-000000000000}"/>
          </ac:graphicFrameMkLst>
        </pc:graphicFrameChg>
      </pc:sldChg>
      <pc:sldChg chg="modSp add del mod">
        <pc:chgData name="ROSARIO LEOTE" userId="f2385bf78fd660e6" providerId="LiveId" clId="{3A2B83B4-759C-4752-9FCD-F6756DEAB655}" dt="2026-06-08T21:14:17.843" v="126"/>
        <pc:sldMkLst>
          <pc:docMk/>
          <pc:sldMk cId="1223399489" sldId="288"/>
        </pc:sldMkLst>
        <pc:spChg chg="mod">
          <ac:chgData name="ROSARIO LEOTE" userId="f2385bf78fd660e6" providerId="LiveId" clId="{3A2B83B4-759C-4752-9FCD-F6756DEAB655}" dt="2026-06-08T21:13:54.335" v="123"/>
          <ac:spMkLst>
            <pc:docMk/>
            <pc:sldMk cId="1223399489" sldId="288"/>
            <ac:spMk id="10" creationId="{D9A929DF-6A67-914D-D8C7-E1DC12F30108}"/>
          </ac:spMkLst>
        </pc:spChg>
      </pc:sldChg>
      <pc:sldChg chg="add del">
        <pc:chgData name="ROSARIO LEOTE" userId="f2385bf78fd660e6" providerId="LiveId" clId="{3A2B83B4-759C-4752-9FCD-F6756DEAB655}" dt="2026-06-08T21:14:27.004" v="128"/>
        <pc:sldMkLst>
          <pc:docMk/>
          <pc:sldMk cId="2213268558" sldId="289"/>
        </pc:sldMkLst>
      </pc:sldChg>
      <pc:sldChg chg="add del">
        <pc:chgData name="ROSARIO LEOTE" userId="f2385bf78fd660e6" providerId="LiveId" clId="{3A2B83B4-759C-4752-9FCD-F6756DEAB655}" dt="2026-06-08T21:14:40.916" v="130"/>
        <pc:sldMkLst>
          <pc:docMk/>
          <pc:sldMk cId="2344200817" sldId="290"/>
        </pc:sldMkLst>
      </pc:sldChg>
      <pc:sldChg chg="modSp add mod">
        <pc:chgData name="ROSARIO LEOTE" userId="f2385bf78fd660e6" providerId="LiveId" clId="{3A2B83B4-759C-4752-9FCD-F6756DEAB655}" dt="2026-06-08T21:22:20.262" v="213"/>
        <pc:sldMkLst>
          <pc:docMk/>
          <pc:sldMk cId="3188433703" sldId="291"/>
        </pc:sldMkLst>
        <pc:graphicFrameChg chg="mod">
          <ac:chgData name="ROSARIO LEOTE" userId="f2385bf78fd660e6" providerId="LiveId" clId="{3A2B83B4-759C-4752-9FCD-F6756DEAB655}" dt="2026-06-08T21:22:20.262" v="213"/>
          <ac:graphicFrameMkLst>
            <pc:docMk/>
            <pc:sldMk cId="3188433703" sldId="291"/>
            <ac:graphicFrameMk id="101" creationId="{00000000-0000-0000-0000-000000000000}"/>
          </ac:graphicFrameMkLst>
        </pc:graphicFrameChg>
      </pc:sldChg>
      <pc:sldChg chg="addSp modSp add del mod">
        <pc:chgData name="ROSARIO LEOTE" userId="f2385bf78fd660e6" providerId="LiveId" clId="{3A2B83B4-759C-4752-9FCD-F6756DEAB655}" dt="2026-06-08T21:18:46.423" v="186"/>
        <pc:sldMkLst>
          <pc:docMk/>
          <pc:sldMk cId="1916339881" sldId="292"/>
        </pc:sldMkLst>
        <pc:spChg chg="add mod">
          <ac:chgData name="ROSARIO LEOTE" userId="f2385bf78fd660e6" providerId="LiveId" clId="{3A2B83B4-759C-4752-9FCD-F6756DEAB655}" dt="2026-06-08T21:18:39.917" v="136"/>
          <ac:spMkLst>
            <pc:docMk/>
            <pc:sldMk cId="1916339881" sldId="292"/>
            <ac:spMk id="6" creationId="{EEA602E6-2A95-4C1C-B1DE-D95F3677DACC}"/>
          </ac:spMkLst>
        </pc:spChg>
        <pc:spChg chg="add mod">
          <ac:chgData name="ROSARIO LEOTE" userId="f2385bf78fd660e6" providerId="LiveId" clId="{3A2B83B4-759C-4752-9FCD-F6756DEAB655}" dt="2026-06-08T21:18:39.927" v="145"/>
          <ac:spMkLst>
            <pc:docMk/>
            <pc:sldMk cId="1916339881" sldId="292"/>
            <ac:spMk id="7" creationId="{7A5F658E-D3F9-4D40-964C-E4FA93E66FBE}"/>
          </ac:spMkLst>
        </pc:spChg>
        <pc:spChg chg="add mod">
          <ac:chgData name="ROSARIO LEOTE" userId="f2385bf78fd660e6" providerId="LiveId" clId="{3A2B83B4-759C-4752-9FCD-F6756DEAB655}" dt="2026-06-08T21:18:39.927" v="149"/>
          <ac:spMkLst>
            <pc:docMk/>
            <pc:sldMk cId="1916339881" sldId="292"/>
            <ac:spMk id="8" creationId="{F31B4290-14FE-478A-A082-C9ED2E255FF1}"/>
          </ac:spMkLst>
        </pc:spChg>
        <pc:spChg chg="add mod">
          <ac:chgData name="ROSARIO LEOTE" userId="f2385bf78fd660e6" providerId="LiveId" clId="{3A2B83B4-759C-4752-9FCD-F6756DEAB655}" dt="2026-06-08T21:18:39.931" v="158"/>
          <ac:spMkLst>
            <pc:docMk/>
            <pc:sldMk cId="1916339881" sldId="292"/>
            <ac:spMk id="9" creationId="{37299AF7-285D-4B36-A3BE-E60B65A6B186}"/>
          </ac:spMkLst>
        </pc:spChg>
        <pc:spChg chg="add mod">
          <ac:chgData name="ROSARIO LEOTE" userId="f2385bf78fd660e6" providerId="LiveId" clId="{3A2B83B4-759C-4752-9FCD-F6756DEAB655}" dt="2026-06-08T21:18:39.934" v="162"/>
          <ac:spMkLst>
            <pc:docMk/>
            <pc:sldMk cId="1916339881" sldId="292"/>
            <ac:spMk id="11" creationId="{6A72218A-0285-4745-A026-3CA63A7DEA2E}"/>
          </ac:spMkLst>
        </pc:spChg>
        <pc:spChg chg="add mod">
          <ac:chgData name="ROSARIO LEOTE" userId="f2385bf78fd660e6" providerId="LiveId" clId="{3A2B83B4-759C-4752-9FCD-F6756DEAB655}" dt="2026-06-08T21:18:39.934" v="171"/>
          <ac:spMkLst>
            <pc:docMk/>
            <pc:sldMk cId="1916339881" sldId="292"/>
            <ac:spMk id="12" creationId="{60CEBE7C-35CF-4C8E-9BEA-CC7FA7B6EDAA}"/>
          </ac:spMkLst>
        </pc:spChg>
        <pc:spChg chg="add mod">
          <ac:chgData name="ROSARIO LEOTE" userId="f2385bf78fd660e6" providerId="LiveId" clId="{3A2B83B4-759C-4752-9FCD-F6756DEAB655}" dt="2026-06-08T21:18:39.934" v="175"/>
          <ac:spMkLst>
            <pc:docMk/>
            <pc:sldMk cId="1916339881" sldId="292"/>
            <ac:spMk id="13" creationId="{765A019C-AF46-441F-BA16-B3C73CE1309D}"/>
          </ac:spMkLst>
        </pc:spChg>
        <pc:spChg chg="add mod">
          <ac:chgData name="ROSARIO LEOTE" userId="f2385bf78fd660e6" providerId="LiveId" clId="{3A2B83B4-759C-4752-9FCD-F6756DEAB655}" dt="2026-06-08T21:18:39.934" v="184"/>
          <ac:spMkLst>
            <pc:docMk/>
            <pc:sldMk cId="1916339881" sldId="292"/>
            <ac:spMk id="14" creationId="{E1D23556-C6DE-46EA-AA70-0FC00696FF72}"/>
          </ac:spMkLst>
        </pc:spChg>
      </pc:sldChg>
      <pc:sldChg chg="add del">
        <pc:chgData name="ROSARIO LEOTE" userId="f2385bf78fd660e6" providerId="LiveId" clId="{3A2B83B4-759C-4752-9FCD-F6756DEAB655}" dt="2026-06-08T21:18:47.681" v="188"/>
        <pc:sldMkLst>
          <pc:docMk/>
          <pc:sldMk cId="2275006034" sldId="293"/>
        </pc:sldMkLst>
      </pc:sldChg>
      <pc:sldChg chg="add del">
        <pc:chgData name="ROSARIO LEOTE" userId="f2385bf78fd660e6" providerId="LiveId" clId="{3A2B83B4-759C-4752-9FCD-F6756DEAB655}" dt="2026-06-08T21:18:52.331" v="190"/>
        <pc:sldMkLst>
          <pc:docMk/>
          <pc:sldMk cId="2199752061" sldId="294"/>
        </pc:sldMkLst>
      </pc:sldChg>
      <pc:sldChg chg="add del">
        <pc:chgData name="ROSARIO LEOTE" userId="f2385bf78fd660e6" providerId="LiveId" clId="{3A2B83B4-759C-4752-9FCD-F6756DEAB655}" dt="2026-06-08T21:18:54.056" v="192"/>
        <pc:sldMkLst>
          <pc:docMk/>
          <pc:sldMk cId="2149177088" sldId="295"/>
        </pc:sldMkLst>
      </pc:sldChg>
      <pc:sldChg chg="add del">
        <pc:chgData name="ROSARIO LEOTE" userId="f2385bf78fd660e6" providerId="LiveId" clId="{3A2B83B4-759C-4752-9FCD-F6756DEAB655}" dt="2026-06-08T21:19:07.041" v="194"/>
        <pc:sldMkLst>
          <pc:docMk/>
          <pc:sldMk cId="1161509711" sldId="296"/>
        </pc:sldMkLst>
      </pc:sldChg>
      <pc:sldChg chg="add del">
        <pc:chgData name="ROSARIO LEOTE" userId="f2385bf78fd660e6" providerId="LiveId" clId="{3A2B83B4-759C-4752-9FCD-F6756DEAB655}" dt="2026-06-08T21:21:39.526" v="207"/>
        <pc:sldMkLst>
          <pc:docMk/>
          <pc:sldMk cId="4059118949" sldId="297"/>
        </pc:sldMkLst>
      </pc:sldChg>
      <pc:sldChg chg="modSp add del mod">
        <pc:chgData name="ROSARIO LEOTE" userId="f2385bf78fd660e6" providerId="LiveId" clId="{3A2B83B4-759C-4752-9FCD-F6756DEAB655}" dt="2026-06-08T21:19:42.449" v="199"/>
        <pc:sldMkLst>
          <pc:docMk/>
          <pc:sldMk cId="59889276" sldId="298"/>
        </pc:sldMkLst>
        <pc:spChg chg="mod">
          <ac:chgData name="ROSARIO LEOTE" userId="f2385bf78fd660e6" providerId="LiveId" clId="{3A2B83B4-759C-4752-9FCD-F6756DEAB655}" dt="2026-06-08T21:19:34.259" v="197"/>
          <ac:spMkLst>
            <pc:docMk/>
            <pc:sldMk cId="59889276" sldId="298"/>
            <ac:spMk id="10" creationId="{7C6CC556-D764-617C-45D4-3041E6984B06}"/>
          </ac:spMkLst>
        </pc:spChg>
      </pc:sldChg>
      <pc:sldChg chg="add del">
        <pc:chgData name="ROSARIO LEOTE" userId="f2385bf78fd660e6" providerId="LiveId" clId="{3A2B83B4-759C-4752-9FCD-F6756DEAB655}" dt="2026-06-08T21:19:56.592" v="201"/>
        <pc:sldMkLst>
          <pc:docMk/>
          <pc:sldMk cId="266520721" sldId="299"/>
        </pc:sldMkLst>
      </pc:sldChg>
      <pc:sldChg chg="add">
        <pc:chgData name="ROSARIO LEOTE" userId="f2385bf78fd660e6" providerId="LiveId" clId="{3A2B83B4-759C-4752-9FCD-F6756DEAB655}" dt="2026-06-08T21:19:56.526" v="200"/>
        <pc:sldMkLst>
          <pc:docMk/>
          <pc:sldMk cId="2534254239" sldId="300"/>
        </pc:sldMkLst>
      </pc:sldChg>
      <pc:sldChg chg="add del">
        <pc:chgData name="ROSARIO LEOTE" userId="f2385bf78fd660e6" providerId="LiveId" clId="{3A2B83B4-759C-4752-9FCD-F6756DEAB655}" dt="2026-06-08T21:21:17.137" v="205"/>
        <pc:sldMkLst>
          <pc:docMk/>
          <pc:sldMk cId="511000696" sldId="301"/>
        </pc:sldMkLst>
      </pc:sldChg>
      <pc:sldChg chg="add">
        <pc:chgData name="ROSARIO LEOTE" userId="f2385bf78fd660e6" providerId="LiveId" clId="{3A2B83B4-759C-4752-9FCD-F6756DEAB655}" dt="2026-06-08T21:21:17.098" v="204"/>
        <pc:sldMkLst>
          <pc:docMk/>
          <pc:sldMk cId="2747385300" sldId="302"/>
        </pc:sldMkLst>
      </pc:sldChg>
      <pc:sldChg chg="add del">
        <pc:chgData name="ROSARIO LEOTE" userId="f2385bf78fd660e6" providerId="LiveId" clId="{3A2B83B4-759C-4752-9FCD-F6756DEAB655}" dt="2026-06-08T21:22:05.838" v="209"/>
        <pc:sldMkLst>
          <pc:docMk/>
          <pc:sldMk cId="3142372308" sldId="303"/>
        </pc:sldMkLst>
      </pc:sldChg>
      <pc:sldChg chg="add del">
        <pc:chgData name="ROSARIO LEOTE" userId="f2385bf78fd660e6" providerId="LiveId" clId="{3A2B83B4-759C-4752-9FCD-F6756DEAB655}" dt="2026-06-08T21:22:44.454" v="215"/>
        <pc:sldMkLst>
          <pc:docMk/>
          <pc:sldMk cId="3393142809" sldId="304"/>
        </pc:sldMkLst>
      </pc:sldChg>
      <pc:sldChg chg="add">
        <pc:chgData name="ROSARIO LEOTE" userId="f2385bf78fd660e6" providerId="LiveId" clId="{3A2B83B4-759C-4752-9FCD-F6756DEAB655}" dt="2026-06-08T21:22:44.438" v="214"/>
        <pc:sldMkLst>
          <pc:docMk/>
          <pc:sldMk cId="1206393602" sldId="305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pt-PT" sz="1500" b="1"/>
              <a:t>Mortes prematuras na UE por PM2,5 (índice 2005=100)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Índice</c:v>
          </c:tx>
          <c:invertIfNegative val="1"/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2005</c:v>
              </c:pt>
              <c:pt idx="1">
                <c:v>2015</c:v>
              </c:pt>
              <c:pt idx="2">
                <c:v>2023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67</c:v>
              </c:pt>
              <c:pt idx="2">
                <c:v>43</c:v>
              </c:pt>
            </c:numLit>
          </c:val>
          <c:extLst>
            <c:ext xmlns:c16="http://schemas.microsoft.com/office/drawing/2014/chart" uri="{C3380CC4-5D6E-409C-BE32-E72D297353CC}">
              <c16:uniqueId val="{00000000-A97D-41D4-A5A2-E6BE4293A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PT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PT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pt-PT" sz="1500" b="1"/>
              <a:t>Acesso seguro em Portugal (% da população)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Com acesso seguro</c:v>
          </c:tx>
          <c:invertIfNegative val="1"/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Água potável</c:v>
              </c:pt>
              <c:pt idx="1">
                <c:v>Saneamento</c:v>
              </c:pt>
            </c:strLit>
          </c:cat>
          <c:val>
            <c:numLit>
              <c:formatCode>General</c:formatCode>
              <c:ptCount val="2"/>
              <c:pt idx="0">
                <c:v>95</c:v>
              </c:pt>
              <c:pt idx="1">
                <c:v>93</c:v>
              </c:pt>
            </c:numLit>
          </c:val>
          <c:extLst>
            <c:ext xmlns:c16="http://schemas.microsoft.com/office/drawing/2014/chart" uri="{C3380CC4-5D6E-409C-BE32-E72D297353CC}">
              <c16:uniqueId val="{00000000-86D8-44E8-B8B2-E772AE4B0E23}"/>
            </c:ext>
          </c:extLst>
        </c:ser>
        <c:ser>
          <c:idx val="1"/>
          <c:order val="1"/>
          <c:tx>
            <c:v>Sem acesso seguro</c:v>
          </c:tx>
          <c:spPr>
            <a:solidFill>
              <a:srgbClr val="C00000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Água potável</c:v>
              </c:pt>
              <c:pt idx="1">
                <c:v>Saneamento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6D8-44E8-B8B2-E772AE4B0E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3"/>
        <c:axId val="444"/>
      </c:barChart>
      <c:catAx>
        <c:axId val="333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PT"/>
          </a:p>
        </c:txPr>
        <c:crossAx val="444"/>
        <c:crosses val="autoZero"/>
        <c:auto val="1"/>
        <c:lblAlgn val="ctr"/>
        <c:lblOffset val="100"/>
        <c:noMultiLvlLbl val="1"/>
      </c:catAx>
      <c:valAx>
        <c:axId val="444"/>
        <c:scaling>
          <c:orientation val="minMax"/>
          <c:max val="100"/>
        </c:scaling>
        <c:delete val="1"/>
        <c:axPos val="b"/>
        <c:numFmt formatCode="General" sourceLinked="1"/>
        <c:majorTickMark val="none"/>
        <c:minorTickMark val="none"/>
        <c:tickLblPos val="none"/>
        <c:crossAx val="333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pt-PT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pt-PT" sz="1500" b="1"/>
              <a:t>Estado dos solos a nível mundial (FAO)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1-0ED3-444D-94B1-A6BBF8EF309C}"/>
              </c:ext>
            </c:extLst>
          </c:dPt>
          <c:dPt>
            <c:idx val="1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3-0ED3-444D-94B1-A6BBF8EF309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500" b="1">
                    <a:solidFill>
                      <a:srgbClr val="FFFFFF"/>
                    </a:solidFill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Degradados</c:v>
              </c:pt>
              <c:pt idx="1">
                <c:v>Não degradados</c:v>
              </c:pt>
            </c:strLit>
          </c:cat>
          <c:val>
            <c:numLit>
              <c:formatCode>General</c:formatCode>
              <c:ptCount val="2"/>
              <c:pt idx="0">
                <c:v>33</c:v>
              </c:pt>
              <c:pt idx="1">
                <c:v>67</c:v>
              </c:pt>
            </c:numLit>
          </c:val>
          <c:extLst>
            <c:ext xmlns:c16="http://schemas.microsoft.com/office/drawing/2014/chart" uri="{C3380CC4-5D6E-409C-BE32-E72D297353CC}">
              <c16:uniqueId val="{00000004-0ED3-444D-94B1-A6BBF8EF30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400"/>
          </a:pPr>
          <a:endParaRPr lang="pt-PT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F0D91-5E84-4100-87FF-9F310E6374EF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DD0E-163E-44E4-B288-5034DB5C46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06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Slide de objetivos. Apresentar o que os formandos vão conseguir fazer no final da sessão.</a:t>
            </a:r>
          </a:p>
          <a:p>
            <a:r>
              <a:rPr lang="pt-PT" dirty="0"/>
              <a:t>Sublinhar que poluição e saúde estão diretamente ligadas — ideia central do módulo.</a:t>
            </a:r>
          </a:p>
          <a:p>
            <a:r>
              <a:rPr lang="pt-PT" dirty="0"/>
              <a:t>Os objetivos seguem a estrutura da apresentação: tipos de poluição (ar, água, solo), efeitos na saúde, grupos vulneráveis, prevenção e fontes oficiais.</a:t>
            </a:r>
          </a:p>
          <a:p>
            <a:r>
              <a:rPr lang="pt-PT" dirty="0"/>
              <a:t>Pergunta de arranque sugerida: "Que tipos de poluição conhecem no vosso dia a dia?"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46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Definir poluição de forma simples: algo que não pertence ao ambiente e que causa dano.</a:t>
            </a:r>
          </a:p>
          <a:p>
            <a:r>
              <a:rPr lang="pt-PT" dirty="0"/>
              <a:t>Distinguir bem fontes naturais (vulcões, incêndios, poeiras) de fontes humanas (indústria, transportes, agricultura, resíduos) — a maioria dos problemas atuais tem origem humana.</a:t>
            </a:r>
          </a:p>
          <a:p>
            <a:r>
              <a:rPr lang="pt-PT" dirty="0"/>
              <a:t>Reforçar a frase da OMS: a poluição do ar é o maior risco ambiental para a saúde a nível mundial. É a ponte para os slides seguintes.</a:t>
            </a:r>
          </a:p>
          <a:p>
            <a:r>
              <a:rPr lang="pt-PT" dirty="0"/>
              <a:t>Exemplo do quotidiano: fumo dos automóveis, lixo nos rios, pesticidas na agricultura.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984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Slide-ponte: ligar a poluição (slide anterior) aos efeitos concretos na saúde.</a:t>
            </a:r>
          </a:p>
          <a:p>
            <a:r>
              <a:rPr lang="pt-PT" dirty="0"/>
              <a:t>Explicar o conceito de "determinante ambiental da saúde": o ambiente em que vivemos influencia diretamente o nosso estado de saúde.</a:t>
            </a:r>
          </a:p>
          <a:p>
            <a:r>
              <a:rPr lang="pt-PT" dirty="0"/>
              <a:t>Destacar o número da OMS (7 milhões de mortes/ano) — está a vermelho porque é o dado de maior impacto da apresentação.</a:t>
            </a:r>
          </a:p>
          <a:p>
            <a:r>
              <a:rPr lang="pt-PT" dirty="0"/>
              <a:t>Antecipar que os grupos vulneráveis serão aprofundados num slide próprio mais à frente.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22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Identificar os cinco poluentes atmosféricos principais e dar exemplos de fontes (tráfego, indústria, aquecimento doméstico, queima de biomassa).</a:t>
            </a:r>
          </a:p>
          <a:p>
            <a:r>
              <a:rPr lang="pt-PT" dirty="0"/>
              <a:t>Explicar a diferença entre poluição exterior e interior (cozinhar com lenha/carvão é uma fonte importante a nível mundial).</a:t>
            </a:r>
          </a:p>
          <a:p>
            <a:r>
              <a:rPr lang="pt-PT" dirty="0"/>
              <a:t>Gráfico: as mortes prematuras na UE associadas às PM2,5 caíram 57% entre 2005 e 2023 (AEA) — mostrar que as políticas de qualidade do ar funcionam, mas o problema persiste.</a:t>
            </a:r>
          </a:p>
          <a:p>
            <a:r>
              <a:rPr lang="pt-PT" dirty="0"/>
              <a:t>Referir o índice QualAr (5 classes: Muito Bom a Mau) e sugerir consulta em qualar.apambiente.pt.</a:t>
            </a:r>
          </a:p>
          <a:p>
            <a:r>
              <a:rPr lang="pt-PT" dirty="0"/>
              <a:t>Sublinhar o dado nacional: ~6.000 mortes/ano em Portugal (fonte APA / Por um país com bom ar).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1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Explicar as principais fontes de poluição da água: esgotos domésticos, efluentes industriais, pesticidas agrícolas e plásticos.</a:t>
            </a:r>
          </a:p>
          <a:p>
            <a:r>
              <a:rPr lang="pt-PT" dirty="0"/>
              <a:t>Listar as doenças de transmissão hídrica (cólera, disenteria, hepatite A, febre tifoide) e ligar ao saneamento.</a:t>
            </a:r>
          </a:p>
          <a:p>
            <a:r>
              <a:rPr lang="pt-PT" dirty="0"/>
              <a:t>Gráfico: comparar o acesso seguro a água potável (95%) e saneamento (93%) em Portugal — a fatia vermelha (5% e 7%) representa a população ainda sem acesso seguro (OMS 2024).</a:t>
            </a:r>
          </a:p>
          <a:p>
            <a:r>
              <a:rPr lang="pt-PT" dirty="0"/>
              <a:t>Contextualizar o dado nacional: água insegura associada a 18% das mortes por diarreia em Portugal.</a:t>
            </a:r>
          </a:p>
          <a:p>
            <a:r>
              <a:rPr lang="pt-PT" dirty="0"/>
              <a:t>A nível global, 1,4 milhões de vidas/ano poderiam ser salvas com água e saneamento seguros.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987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E911-EDAB-E552-55F8-4DBA99ED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537EF1F-80FC-8E75-FCDB-0E614D62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CF162E-DAA9-C6C0-49F8-12F8C4B75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Identificar as fontes de contaminação do solo: resíduos, pesticidas, metais pesados e derrames industriais.</a:t>
            </a:r>
          </a:p>
          <a:p>
            <a:r>
              <a:rPr lang="pt-PT" dirty="0"/>
              <a:t>Explicar o "perigo silencioso": o solo contamina as águas subterrâneas e os contaminantes entram na cadeia alimentar (solo → água → alimentos → pessoas).</a:t>
            </a:r>
          </a:p>
          <a:p>
            <a:r>
              <a:rPr lang="pt-PT" dirty="0"/>
              <a:t>Gráfico: cerca de 33% dos solos mundiais estão degradados (FAO) — a fatia vermelha do gráfico em anel.</a:t>
            </a:r>
          </a:p>
          <a:p>
            <a:r>
              <a:rPr lang="pt-PT" dirty="0"/>
              <a:t>Enquadramento legal nacional: Lei n.º 7/2022 (Resíduos e Solos Contaminados para uma Economia Circular); a APA é a entidade responsável.</a:t>
            </a:r>
          </a:p>
          <a:p>
            <a:r>
              <a:rPr lang="pt-PT" dirty="0"/>
              <a:t>Referir que já foram identificados mais de 180 locais em Portugal com necessidade de intervenção; pode dar o exemplo de São Pedro da Cova.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2032BE5-586B-3C2F-5213-35E5BCEC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2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C1C-9463-6E95-2FBE-CF9D4F6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2CCCD2-677D-EF3A-98AD-8A984FA37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DBF4E69-37EF-EA4E-3FC2-187F6080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Os quatro cartões representam os grupos mais sensíveis: crianças, idosos, grávidas e doentes crónicos (respiratórios e cardiovasculares).</a:t>
            </a:r>
          </a:p>
          <a:p>
            <a:r>
              <a:rPr lang="pt-PT" dirty="0"/>
              <a:t>Crianças: pulmões ainda em desenvolvimento e respiram mais ar por quilo de peso corporal.</a:t>
            </a:r>
          </a:p>
          <a:p>
            <a:r>
              <a:rPr lang="pt-PT" dirty="0"/>
              <a:t>Idosos: maior prevalência de doenças crónicas que a poluição agrava.</a:t>
            </a:r>
          </a:p>
          <a:p>
            <a:r>
              <a:rPr lang="pt-PT" dirty="0"/>
              <a:t>Grávidas: a exposição pode afetar o desenvolvimento do feto e o peso à nascença.</a:t>
            </a:r>
          </a:p>
          <a:p>
            <a:r>
              <a:rPr lang="pt-PT" dirty="0"/>
              <a:t>Reforçar a mensagem prática: em dias de fraca qualidade do ar (consultar o índice QualAr), estes grupos devem evitar esforço físico ao ar livre nas horas de maior tráfego.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388474-8517-12EA-8F63-1DDED386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458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348-9308-A47A-2633-96EEE993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31DDBBE-21F2-BA3D-EE4C-4EB5E839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25CEF2-59D1-AE7A-4778-59BFBD18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Estruturar a prevenção em três níveis, do coletivo para o individual.</a:t>
            </a:r>
          </a:p>
          <a:p>
            <a:r>
              <a:rPr lang="pt-PT" dirty="0"/>
              <a:t>1. Reduzir emissões na fonte: dar exemplos locais — transportes públicos, partilha de automóvel, ciclovias, veículos elétricos e aposta em energias renováveis.</a:t>
            </a:r>
          </a:p>
          <a:p>
            <a:r>
              <a:rPr lang="pt-PT" dirty="0"/>
              <a:t>2. Controlar resíduos e descargas: tratamento de águas residuais nas ETAR, separação e reciclagem; sublinhar que despejar no solo ou na água contamina os lençóis freáticos e a cadeia alimentar.</a:t>
            </a:r>
          </a:p>
          <a:p>
            <a:r>
              <a:rPr lang="pt-PT" dirty="0"/>
              <a:t>3. Consumo sustentável e informação: cada um pode reduzir o desperdício e tomar decisões informadas.</a:t>
            </a:r>
          </a:p>
          <a:p>
            <a:r>
              <a:rPr lang="pt-PT" dirty="0"/>
              <a:t>Mostrar em aula o índice QualAr (qualar.apambiente.pt) — ferramenta gratuita da APA com 5 classes de qualidade do ar.</a:t>
            </a:r>
          </a:p>
          <a:p>
            <a:r>
              <a:rPr lang="pt-PT" dirty="0"/>
              <a:t>Ligar este slide ao seguinte (Fontes), onde estão as entidades oficiais a consultar.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57EE2F-1878-F4C5-F927-0923F12A7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076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Slide de fontes: reforçar a importância de usar informação oficial e atualizada.</a:t>
            </a:r>
          </a:p>
          <a:p>
            <a:r>
              <a:rPr lang="pt-PT" dirty="0"/>
              <a:t>As entidades estão organizadas do nível internacional (OMS, AEA, FAO) para o nacional (APA, DGS).</a:t>
            </a:r>
          </a:p>
          <a:p>
            <a:r>
              <a:rPr lang="pt-PT" dirty="0"/>
              <a:t>Os links da APA (apambiente.pt, QualAr e REA) estão ativos e podem ser abertos durante a aula.</a:t>
            </a:r>
          </a:p>
          <a:p>
            <a:r>
              <a:rPr lang="pt-PT" dirty="0"/>
              <a:t>Sugerir aos formandos que consultem o índice QualAr para a sua zona como exercício prático.</a:t>
            </a:r>
          </a:p>
          <a:p>
            <a:r>
              <a:rPr lang="pt-PT" dirty="0"/>
              <a:t>Mencionar o enquadramento legal: Lei n.º 7/2022 para solos e resíduos, e Decreto-Lei n.º 102/2010 para a qualidade do ar.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BD4F6-665D-C565-B969-7BA0081A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1374A-4B5D-F83A-6ECA-C1F2213C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F5E4B9-C825-D9FA-7490-C82A313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3F2105-8623-618A-4032-FF9DF6EF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B532C0-1914-A1DA-BD66-4A538F2D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5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8C28-DBAA-680C-A1CE-C3748A0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609C15-5676-0555-E0AE-FD273E23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CB76FF-EBD0-AFB3-64CC-F96ECF45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61494F-2872-8389-7375-575D5EA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DACCD2-9056-11C0-FC4A-BC9ECD04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546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B74-4F06-26F1-9198-53BA66F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486DF7-C426-313F-3519-092E1A41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2E44C3-36EB-D6D6-FEA5-7B4DB3E2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DD90168-07C1-1474-727A-E66F82C1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C0E298-E12E-8146-EB17-C6DB7F05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29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0C9E-DDDA-C3F6-9965-D7526BBD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AF9DAE-3620-8B7C-594E-DC582EF9B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8D5AF8-E38C-F6C4-8071-A9403396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A93EE3E-01FD-D09E-B5D2-755802A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8F7F353-F30C-76A4-4BAC-C66D387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16A56F-EA68-98B4-6667-D2A85CA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88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62C0-B84C-7AA4-80D2-BB3F64F6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2C0224-D2C6-C426-F92E-333CA76B1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C57A6D-BE68-9195-36B7-10140C58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51B2A1-322B-5C34-18F6-D29BF38B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D7888A-FBF9-4269-215B-3D6B7E2BB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52F3F1-9E10-F669-E236-3B6C7A28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8DC4208-DD27-B809-23D5-1B6C7E00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423842F-6F29-1796-8E10-C216CB41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606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BA9F-A2BF-D951-CBBB-69F7453E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2FDE71-99FD-FDEF-F0ED-0E92C00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17EB9B9-1307-D7D5-6488-CC8605EA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6AEB52-8BF0-8F61-E968-F70DF243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052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1CF4151-5ACC-A2F0-79D2-2B8419CD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B17BD8-176E-192B-8A27-16D8D7F8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BFC861-2E89-7E44-B9E3-7240CFD5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852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2788-76E2-F2DC-54C8-0CBE0A3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074455-F5D3-ED98-061C-4DA94CEA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F8AAA8-600D-B2B1-CDA8-C9254E02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95F9A86-EE8E-94B6-4E86-0192BF1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D14C43-80DA-2C81-BD6D-A2CA0A33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F7CDAA-FFD7-9FF1-89F3-1B1856BA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4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8D237-C0BF-0B07-5EE8-AC8C42E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93C7E5-52E0-7F37-2179-035D3F6F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F6ECD01-24CE-F199-108A-7520CD9C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4B1954-D981-BDB9-B4B9-84484535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5632EB5-68CB-BD04-AFC4-FFFE34F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1BE9C3-C062-1D50-280E-37BB90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3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05167-FB00-EC4D-22E3-7EE7484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67419CF-5AF8-FBEA-D8A9-0A85EC8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9833D5-DAD6-7769-F78E-5859405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5B0EF-8626-AEE5-916E-D23A40E0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50170A-C017-C5B2-EA4D-09F20EA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91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6B4C60-FBEE-95F0-903B-EE3941B5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5B3CF95-11CD-165E-97FB-A7EFB5FC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967C3F-059B-B8D5-9928-1935675E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3D9951-F0E2-D43C-41E8-A5E13E9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D351C4-680E-A714-5CEF-BAE67D8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80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E12B4E-744D-DBEA-3DEA-37FB9FD1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DDBED6-D6E3-FD9D-BDEA-33D33EE5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EC2FA9-2333-161B-8179-FE1A74792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1024D-7E45-4C89-B49D-30FEF0B9BFA0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685B44-2A3C-79D4-76A0-5100A61CE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50C4E-DD3A-661D-2CE0-746A09EF4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0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apambiente.pt/destaque2/raru-2024-relatorio-anual-de-residuos-urbanos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hyperlink" Target="https://apambiente.pt/sites/default/files/_A_APA/Comunicacao/Destaques/2024/REA%202024/rea_2024_destaques.pdf" TargetMode="External"/><Relationship Id="rId4" Type="http://schemas.openxmlformats.org/officeDocument/2006/relationships/hyperlink" Target="https://rea.apambiente.pt/content/%C3%ADndice-de-qualidade-do-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928F-D26F-4F10-F895-89ABCC24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>
                <a:solidFill>
                  <a:schemeClr val="tx1"/>
                </a:solidFill>
              </a:rPr>
              <a:t>STC2 - Sistemas Ambientais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376F4-1DC4-14EB-DEBD-C80BA59A1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Formadora: Rosário Leote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84EC2-9B6D-169B-D93B-E92C87F2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A889C3-CCA9-0FD9-5745-AEF0EDA78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14323-1DC1-AA3C-14B1-414C074C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BAA00-D611-8551-8DEB-9F3A23A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Módulo 6 – </a:t>
            </a:r>
            <a:br>
              <a:rPr lang="pt-PT" b="1" dirty="0">
                <a:solidFill>
                  <a:schemeClr val="tx1"/>
                </a:solidFill>
              </a:rPr>
            </a:br>
            <a:r>
              <a:rPr lang="pt-PT" b="1" dirty="0">
                <a:solidFill>
                  <a:schemeClr val="tx1"/>
                </a:solidFill>
              </a:rPr>
              <a:t>Problemas ambientais e impactos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412611-9DB2-A2FD-37C9-C2E892B8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rgbClr val="2C5F2D"/>
                </a:solidFill>
                <a:latin typeface="Calibri"/>
              </a:rPr>
              <a:t>6.1: Poluição e saúde</a:t>
            </a:r>
            <a:endParaRPr lang="pt-PT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6A2333-4495-319F-5EAB-8CC71E00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47A84D-0B52-A363-296B-F7AE06F8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075FAB-5238-3E0B-8518-F0AAB4171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ADC-2818-FBAC-771A-E42D299F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Objetivos de aprendizagem</a:t>
            </a:r>
            <a:endParaRPr lang="pt-PT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" y="1828800"/>
            <a:ext cx="83820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342900" indent="-342900" algn="l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pt-PT" sz="1800" dirty="0">
                <a:solidFill>
                  <a:srgbClr val="2C5F2D"/>
                </a:solidFill>
              </a:rPr>
              <a:t>Identificar os principais tipos de poluição: do ar, da água e do solo.</a:t>
            </a:r>
          </a:p>
          <a:p>
            <a:pPr marL="342900" indent="-342900" algn="l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pt-PT" sz="1800" dirty="0">
                <a:solidFill>
                  <a:srgbClr val="2C5F2D"/>
                </a:solidFill>
              </a:rPr>
              <a:t>Reconhecer os efeitos da poluição na saúde humana e no ambiente.</a:t>
            </a:r>
          </a:p>
          <a:p>
            <a:pPr marL="342900" indent="-342900" algn="l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pt-PT" sz="1800" dirty="0">
                <a:solidFill>
                  <a:srgbClr val="2C5F2D"/>
                </a:solidFill>
              </a:rPr>
              <a:t>Identificar os grupos populacionais mais vulneráveis.</a:t>
            </a:r>
          </a:p>
          <a:p>
            <a:pPr marL="342900" indent="-342900" algn="l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pt-PT" sz="1800" dirty="0">
                <a:solidFill>
                  <a:srgbClr val="2C5F2D"/>
                </a:solidFill>
              </a:rPr>
              <a:t>Conhecer medidas de prevenção e fontes oficiais de informação (OMS, AEA, APA, DGS).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E7DF09-0360-CA08-F1BE-2489C6937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7E5421-A558-8D8B-AA8B-28BCCB188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BA5D22-D96A-63CA-E62C-17C0EC347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pic>
        <p:nvPicPr>
          <p:cNvPr id="11" name="Graphic 11" descr="Ícone de objetivos de aprendizag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0" y="2921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4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547-D67C-AE2E-6EF8-028C0AFE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D471-B39B-7FBD-9836-A9A1EDD5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que é poluição</a:t>
            </a:r>
            <a:br>
              <a:rPr lang="pt-PT" b="1" dirty="0">
                <a:solidFill>
                  <a:schemeClr val="tx1"/>
                </a:solidFill>
              </a:rPr>
            </a:br>
            <a:endParaRPr lang="pt-PT" b="1" dirty="0">
              <a:solidFill>
                <a:schemeClr val="tx1"/>
              </a:solidFill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CCA609-D6E6-CDB2-6BF7-3439837593DA}"/>
              </a:ext>
            </a:extLst>
          </p:cNvPr>
          <p:cNvSpPr txBox="1"/>
          <p:nvPr/>
        </p:nvSpPr>
        <p:spPr>
          <a:xfrm>
            <a:off x="914400" y="1828800"/>
            <a:ext cx="81280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600"/>
              </a:spcAft>
            </a:pPr>
            <a:r>
              <a:rPr lang="pt-PT" sz="1700" b="1" dirty="0">
                <a:solidFill>
                  <a:srgbClr val="2C5F2D"/>
                </a:solidFill>
              </a:rPr>
              <a:t>Poluição é a introdução no ambiente de substâncias ou formas de energia que provocam efeitos nocivos para os seres vivos e os ecossistemas.</a:t>
            </a:r>
          </a:p>
          <a:p>
            <a:pPr marL="342900" indent="-342900" algn="l">
              <a:spcBef>
                <a:spcPts val="400"/>
              </a:spcBef>
              <a:spcAft>
                <a:spcPts val="300"/>
              </a:spcAft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Afeta o ar, a água e o solo — e, através destes, a saúde humana.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b="1" dirty="0">
                <a:solidFill>
                  <a:srgbClr val="2C5F2D"/>
                </a:solidFill>
              </a:rPr>
              <a:t>Origem natural: </a:t>
            </a:r>
            <a:r>
              <a:rPr lang="pt-PT" sz="1600" dirty="0">
                <a:solidFill>
                  <a:srgbClr val="2C5F2D"/>
                </a:solidFill>
              </a:rPr>
              <a:t>erupções vulcânicas, incêndios florestais, poeiras.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b="1" dirty="0">
                <a:solidFill>
                  <a:srgbClr val="2C5F2D"/>
                </a:solidFill>
              </a:rPr>
              <a:t>Origem humana: </a:t>
            </a:r>
            <a:r>
              <a:rPr lang="pt-PT" sz="1600" dirty="0">
                <a:solidFill>
                  <a:srgbClr val="2C5F2D"/>
                </a:solidFill>
              </a:rPr>
              <a:t>indústria, transportes, agricultura e resíduos.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Segundo a OMS, a poluição do ar é o maior risco ambiental para a saúde a nível mundial.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5735F6-C527-56C5-8628-69B262CB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C94284-CE14-61E7-B020-F90F9681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ADBA27-D966-9E39-65C0-8A61644B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pic>
        <p:nvPicPr>
          <p:cNvPr id="11" name="Graphic 11" descr="Ícone do planeta Ter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3175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1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E1E4DB8-E1B6-66F0-0D64-E44615C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PT" dirty="0"/>
          </a:p>
        </p:txBody>
      </p:sp>
      <p:sp>
        <p:nvSpPr>
          <p:cNvPr id="4" name="TextBox 10"/>
          <p:cNvSpPr txBox="1"/>
          <p:nvPr/>
        </p:nvSpPr>
        <p:spPr>
          <a:xfrm>
            <a:off x="914400" y="1828800"/>
            <a:ext cx="81280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600"/>
              </a:spcAft>
            </a:pPr>
            <a:r>
              <a:rPr lang="pt-PT" sz="1700" b="1" dirty="0">
                <a:solidFill>
                  <a:srgbClr val="2C5F2D"/>
                </a:solidFill>
              </a:rPr>
              <a:t>A poluição é um determinante ambiental da saúde: o ar, a água e o solo poluídos chegam ao corpo humano.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Doenças respiratórias (asma, bronquite), cardiovasculares (AVC, enfarte) e alguns cancros.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Doenças associadas à água contaminada: cólera, disenteria, hepatite A e febre tifoide.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b="1" dirty="0">
                <a:solidFill>
                  <a:srgbClr val="C00000"/>
                </a:solidFill>
              </a:rPr>
              <a:t>OMS: cerca de 7 milhões de mortes prematuras por ano em todo o mundo são atribuídas à poluição do ar.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Crianças, idosos e pessoas com doenças crónicas são os mais vulneráveis.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2DB2A-B059-39E7-5F98-D51921E2E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B0810A-8196-156B-2B7E-D370D99D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DDE1A6-A361-C4C5-1F99-C4632BF0A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1ACD000-1940-3A0A-3495-F5DD84B617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/>
              <a:t>Relação entre poluição e saúde</a:t>
            </a:r>
            <a:endParaRPr lang="pt-PT" dirty="0"/>
          </a:p>
        </p:txBody>
      </p:sp>
      <p:pic>
        <p:nvPicPr>
          <p:cNvPr id="12" name="Graphic 12" descr="Ícone de batimento cardíaco / saú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3175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5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F105-28A9-AE26-FF9C-6536733F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B591C-BE2F-B5CB-565D-BE434895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908" y="482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Poluição do ar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124ED-BE58-7407-3E0A-55865817458C}"/>
              </a:ext>
            </a:extLst>
          </p:cNvPr>
          <p:cNvSpPr txBox="1"/>
          <p:nvPr/>
        </p:nvSpPr>
        <p:spPr>
          <a:xfrm>
            <a:off x="343708" y="1879600"/>
            <a:ext cx="59690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pt-PT"/>
            </a:defPPr>
            <a:lvl1pPr>
              <a:defRPr sz="1600" b="1">
                <a:solidFill>
                  <a:srgbClr val="2C5F2D"/>
                </a:solidFill>
                <a:latin typeface="Calibri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Principais poluentes: partículas (PM), ozono (O</a:t>
            </a:r>
            <a:r>
              <a:rPr lang="pt-PT" sz="1600" baseline="-25000" dirty="0">
                <a:solidFill>
                  <a:srgbClr val="2C5F2D"/>
                </a:solidFill>
              </a:rPr>
              <a:t>3</a:t>
            </a:r>
            <a:r>
              <a:rPr lang="pt-PT" sz="1600" dirty="0">
                <a:solidFill>
                  <a:srgbClr val="2C5F2D"/>
                </a:solidFill>
              </a:rPr>
              <a:t>), NO</a:t>
            </a:r>
            <a:r>
              <a:rPr lang="pt-PT" sz="1600" baseline="-25000" dirty="0">
                <a:solidFill>
                  <a:srgbClr val="2C5F2D"/>
                </a:solidFill>
              </a:rPr>
              <a:t>2</a:t>
            </a:r>
            <a:r>
              <a:rPr lang="pt-PT" sz="1600" dirty="0">
                <a:solidFill>
                  <a:srgbClr val="2C5F2D"/>
                </a:solidFill>
              </a:rPr>
              <a:t>, SO</a:t>
            </a:r>
            <a:r>
              <a:rPr lang="pt-PT" sz="1600" baseline="-25000" dirty="0">
                <a:solidFill>
                  <a:srgbClr val="2C5F2D"/>
                </a:solidFill>
              </a:rPr>
              <a:t>2</a:t>
            </a:r>
            <a:r>
              <a:rPr lang="pt-PT" sz="1600" dirty="0">
                <a:solidFill>
                  <a:srgbClr val="2C5F2D"/>
                </a:solidFill>
              </a:rPr>
              <a:t> e CO.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Agrava asma, bronquite, doenças cardíacas e cancro do pulmão.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OMS: cerca de </a:t>
            </a:r>
            <a:r>
              <a:rPr lang="pt-PT" sz="1600" b="1" dirty="0">
                <a:solidFill>
                  <a:srgbClr val="C00000"/>
                </a:solidFill>
              </a:rPr>
              <a:t>7 milhões de mortes/ano</a:t>
            </a:r>
            <a:r>
              <a:rPr lang="pt-PT" sz="1600" dirty="0">
                <a:solidFill>
                  <a:srgbClr val="2C5F2D"/>
                </a:solidFill>
              </a:rPr>
              <a:t> e 99% da população respira ar acima dos limites.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Em Portugal, PM2,5, NO</a:t>
            </a:r>
            <a:r>
              <a:rPr lang="pt-PT" sz="1600" baseline="-25000" dirty="0">
                <a:solidFill>
                  <a:srgbClr val="2C5F2D"/>
                </a:solidFill>
              </a:rPr>
              <a:t>2</a:t>
            </a:r>
            <a:r>
              <a:rPr lang="pt-PT" sz="1600" dirty="0">
                <a:solidFill>
                  <a:srgbClr val="2C5F2D"/>
                </a:solidFill>
              </a:rPr>
              <a:t> e O</a:t>
            </a:r>
            <a:r>
              <a:rPr lang="pt-PT" sz="1600" baseline="-25000" dirty="0">
                <a:solidFill>
                  <a:srgbClr val="2C5F2D"/>
                </a:solidFill>
              </a:rPr>
              <a:t>3</a:t>
            </a:r>
            <a:r>
              <a:rPr lang="pt-PT" sz="1600" dirty="0">
                <a:solidFill>
                  <a:srgbClr val="2C5F2D"/>
                </a:solidFill>
              </a:rPr>
              <a:t> causam cerca de </a:t>
            </a:r>
            <a:r>
              <a:rPr lang="pt-PT" sz="1600" b="1" dirty="0">
                <a:solidFill>
                  <a:srgbClr val="C00000"/>
                </a:solidFill>
              </a:rPr>
              <a:t>6.000 mortes/ano</a:t>
            </a:r>
            <a:r>
              <a:rPr lang="pt-PT" sz="1600" dirty="0">
                <a:solidFill>
                  <a:srgbClr val="2C5F2D"/>
                </a:solidFill>
              </a:rPr>
              <a:t> (APA).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9F61B-2E08-59C0-2CB0-F8A3B93B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91050-E282-A8AA-22E5-7B3B2105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16DB8F-2AAC-D8B7-43FA-A88DEB973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graphicFrame>
        <p:nvGraphicFramePr>
          <p:cNvPr id="101" name="Chart 1"/>
          <p:cNvGraphicFramePr/>
          <p:nvPr/>
        </p:nvGraphicFramePr>
        <p:xfrm>
          <a:off x="8065308" y="1733107"/>
          <a:ext cx="35052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2" name="Graphic 102" descr="Ícone de pulmões — saúde respiratór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6896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0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0A3-489F-22CF-B79D-193E1290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CBB4B-0170-1A3C-98EB-8C1FDF96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330" y="57399"/>
            <a:ext cx="10515600" cy="1325563"/>
          </a:xfrm>
        </p:spPr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Poluição da água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A165D5-8B7C-1A38-CBF4-9A72A562EDED}"/>
              </a:ext>
            </a:extLst>
          </p:cNvPr>
          <p:cNvSpPr txBox="1"/>
          <p:nvPr/>
        </p:nvSpPr>
        <p:spPr>
          <a:xfrm>
            <a:off x="526477" y="1879600"/>
            <a:ext cx="7201749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Resulta de esgotos, resíduos industriais, pesticidas e plásticos.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Transmite cólera, disenteria, hepatite A e febre tifoide.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A nível mundial, a OMS estima que </a:t>
            </a:r>
            <a:r>
              <a:rPr lang="pt-PT" sz="1600" b="1" dirty="0">
                <a:solidFill>
                  <a:srgbClr val="C00000"/>
                </a:solidFill>
              </a:rPr>
              <a:t>1,4 milhões de vidas/ano</a:t>
            </a:r>
            <a:r>
              <a:rPr lang="pt-PT" sz="1600" dirty="0">
                <a:solidFill>
                  <a:srgbClr val="2C5F2D"/>
                </a:solidFill>
              </a:rPr>
              <a:t> poderiam ser salvas com água e saneamento seguros.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Em Portugal, a água insegura está associada a </a:t>
            </a:r>
            <a:r>
              <a:rPr lang="pt-PT" sz="1600" b="1" dirty="0">
                <a:solidFill>
                  <a:srgbClr val="C00000"/>
                </a:solidFill>
              </a:rPr>
              <a:t>18% das mortes por diarreia</a:t>
            </a:r>
            <a:r>
              <a:rPr lang="pt-PT" sz="1600" dirty="0">
                <a:solidFill>
                  <a:srgbClr val="2C5F2D"/>
                </a:solidFill>
              </a:rPr>
              <a:t> (OMS, 2024).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872E3-7358-194D-F243-C5CD79797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5E55B83-8B71-8061-8817-B030D4A4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669F43-147A-075B-B8A8-437256868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598943977"/>
              </p:ext>
            </p:extLst>
          </p:nvPr>
        </p:nvGraphicFramePr>
        <p:xfrm>
          <a:off x="8064649" y="1981200"/>
          <a:ext cx="35052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2" name="Graphic 102" descr="Ícone de gota de águ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6896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43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22E-6A6A-91B2-EC91-4A8E452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9A062-BF57-A0DF-E7C7-11063C15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Poluição do solo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A929DF-6A67-914D-D8C7-E1DC12F30108}"/>
              </a:ext>
            </a:extLst>
          </p:cNvPr>
          <p:cNvSpPr txBox="1"/>
          <p:nvPr/>
        </p:nvSpPr>
        <p:spPr>
          <a:xfrm>
            <a:off x="762000" y="1905000"/>
            <a:ext cx="59690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Causada por resíduos, pesticidas, metais pesados e derrames industriais.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Contamina as águas subterrâneas e entra na cadeia alimentar.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A FAO estima que cerca de </a:t>
            </a:r>
            <a:r>
              <a:rPr lang="pt-PT" sz="1600" b="1" dirty="0">
                <a:solidFill>
                  <a:srgbClr val="C00000"/>
                </a:solidFill>
              </a:rPr>
              <a:t>33% dos solos mundiais</a:t>
            </a:r>
            <a:r>
              <a:rPr lang="pt-PT" sz="1600" dirty="0">
                <a:solidFill>
                  <a:srgbClr val="2C5F2D"/>
                </a:solidFill>
              </a:rPr>
              <a:t> estão degradados.</a:t>
            </a:r>
          </a:p>
          <a:p>
            <a:pPr marL="342900" indent="-342900"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Em Portugal, a Lei n.º 7/2022 regula os solos contaminados; a APA já identificou </a:t>
            </a:r>
            <a:r>
              <a:rPr lang="pt-PT" sz="1600" b="1" dirty="0">
                <a:solidFill>
                  <a:srgbClr val="C00000"/>
                </a:solidFill>
              </a:rPr>
              <a:t>mais de 180 locais</a:t>
            </a:r>
            <a:r>
              <a:rPr lang="pt-PT" sz="1600" dirty="0">
                <a:solidFill>
                  <a:srgbClr val="2C5F2D"/>
                </a:solidFill>
              </a:rPr>
              <a:t> com necessidade de intervenção.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011852-950B-7AF7-C8D0-2D72921E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F5298C-3837-5F61-5C47-2F3BC074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FC22235-6708-C707-8961-8528061C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533027150"/>
              </p:ext>
            </p:extLst>
          </p:nvPr>
        </p:nvGraphicFramePr>
        <p:xfrm>
          <a:off x="7112000" y="1905000"/>
          <a:ext cx="4445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2" name="Graphic 102" descr="Ícone de planta com raízes no sol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6896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3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1E96-5D8F-9852-12A3-45B2A2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50F61-054F-662E-0DF9-E2246F4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Grupos mais vulneráveis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50486-2F8A-7E80-559D-6F2A632EEE42}"/>
              </a:ext>
            </a:extLst>
          </p:cNvPr>
          <p:cNvSpPr txBox="1"/>
          <p:nvPr/>
        </p:nvSpPr>
        <p:spPr>
          <a:xfrm>
            <a:off x="914400" y="1828800"/>
            <a:ext cx="40386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PT" sz="1600" b="1" dirty="0">
                <a:solidFill>
                  <a:srgbClr val="2C5F2D"/>
                </a:solidFill>
              </a:rPr>
              <a:t>Nem todos somos afetados da mesma forma. Há grupos mais sensíveis aos efeitos da poluição:</a:t>
            </a:r>
          </a:p>
          <a:p>
            <a:pPr algn="l">
              <a:spcBef>
                <a:spcPts val="600"/>
              </a:spcBef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Sistema respiratório e imunitário mais frágil ou ainda em desenvolvimento.</a:t>
            </a:r>
          </a:p>
          <a:p>
            <a:pPr algn="l">
              <a:spcBef>
                <a:spcPts val="600"/>
              </a:spcBef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Maior exposição agrava asma, alergias e doenças do coração.</a:t>
            </a:r>
          </a:p>
          <a:p>
            <a:pPr algn="l">
              <a:spcBef>
                <a:spcPts val="600"/>
              </a:spcBef>
              <a:buFont typeface="Arial"/>
              <a:buChar char="•"/>
            </a:pPr>
            <a:r>
              <a:rPr lang="pt-PT" sz="1600" dirty="0">
                <a:solidFill>
                  <a:srgbClr val="2C5F2D"/>
                </a:solidFill>
              </a:rPr>
              <a:t>Em dias de </a:t>
            </a:r>
            <a:r>
              <a:rPr lang="pt-PT" sz="1600" b="1" dirty="0">
                <a:solidFill>
                  <a:srgbClr val="C00000"/>
                </a:solidFill>
              </a:rPr>
              <a:t>fraca qualidade do ar</a:t>
            </a:r>
            <a:r>
              <a:rPr lang="pt-PT" sz="1600" dirty="0">
                <a:solidFill>
                  <a:srgbClr val="2C5F2D"/>
                </a:solidFill>
              </a:rPr>
              <a:t>, devem redobrar cuidados.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A63434-0F9E-F56B-6D52-3FD3C40FA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4A7A0E-AE31-919F-FA56-8F3220D13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42C67D-AB0F-184F-B150-CAF21B1CE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EA602E6-2A95-4C1C-B1DE-D95F3677DACC}"/>
              </a:ext>
            </a:extLst>
          </p:cNvPr>
          <p:cNvSpPr/>
          <p:nvPr/>
        </p:nvSpPr>
        <p:spPr>
          <a:xfrm>
            <a:off x="5207000" y="1905000"/>
            <a:ext cx="2984500" cy="1778000"/>
          </a:xfrm>
          <a:prstGeom prst="roundRect">
            <a:avLst/>
          </a:prstGeom>
          <a:solidFill>
            <a:srgbClr val="F2F7F2"/>
          </a:solidFill>
          <a:ln w="1905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>
              <a:solidFill>
                <a:srgbClr val="2C5F2D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5F658E-D3F9-4D40-964C-E4FA93E66FBE}"/>
              </a:ext>
            </a:extLst>
          </p:cNvPr>
          <p:cNvSpPr txBox="1"/>
          <p:nvPr/>
        </p:nvSpPr>
        <p:spPr>
          <a:xfrm>
            <a:off x="5207000" y="3200400"/>
            <a:ext cx="2984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pt-PT" sz="1500" b="1" dirty="0">
                <a:solidFill>
                  <a:srgbClr val="196B24"/>
                </a:solidFill>
              </a:rPr>
              <a:t>Crianças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31B4290-14FE-478A-A082-C9ED2E255FF1}"/>
              </a:ext>
            </a:extLst>
          </p:cNvPr>
          <p:cNvSpPr/>
          <p:nvPr/>
        </p:nvSpPr>
        <p:spPr>
          <a:xfrm>
            <a:off x="8509000" y="1905000"/>
            <a:ext cx="2984500" cy="1778000"/>
          </a:xfrm>
          <a:prstGeom prst="roundRect">
            <a:avLst/>
          </a:prstGeom>
          <a:solidFill>
            <a:srgbClr val="F2F7F2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>
              <a:solidFill>
                <a:srgbClr val="2C5F2D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299AF7-285D-4B36-A3BE-E60B65A6B186}"/>
              </a:ext>
            </a:extLst>
          </p:cNvPr>
          <p:cNvSpPr txBox="1"/>
          <p:nvPr/>
        </p:nvSpPr>
        <p:spPr>
          <a:xfrm>
            <a:off x="8509000" y="3200400"/>
            <a:ext cx="2984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pt-PT" sz="1500" b="1" dirty="0">
                <a:solidFill>
                  <a:srgbClr val="156082"/>
                </a:solidFill>
              </a:rPr>
              <a:t>Idosos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A72218A-0285-4745-A026-3CA63A7DEA2E}"/>
              </a:ext>
            </a:extLst>
          </p:cNvPr>
          <p:cNvSpPr/>
          <p:nvPr/>
        </p:nvSpPr>
        <p:spPr>
          <a:xfrm>
            <a:off x="5207000" y="3873500"/>
            <a:ext cx="2984500" cy="1778000"/>
          </a:xfrm>
          <a:prstGeom prst="roundRect">
            <a:avLst/>
          </a:prstGeom>
          <a:solidFill>
            <a:srgbClr val="F2F7F2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>
              <a:solidFill>
                <a:srgbClr val="2C5F2D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0CEBE7C-35CF-4C8E-9BEA-CC7FA7B6EDAA}"/>
              </a:ext>
            </a:extLst>
          </p:cNvPr>
          <p:cNvSpPr txBox="1"/>
          <p:nvPr/>
        </p:nvSpPr>
        <p:spPr>
          <a:xfrm>
            <a:off x="5207000" y="5168900"/>
            <a:ext cx="2984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pt-PT" sz="1500" b="1" dirty="0">
                <a:solidFill>
                  <a:srgbClr val="E97132"/>
                </a:solidFill>
              </a:rPr>
              <a:t>Grávidas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65A019C-AF46-441F-BA16-B3C73CE1309D}"/>
              </a:ext>
            </a:extLst>
          </p:cNvPr>
          <p:cNvSpPr/>
          <p:nvPr/>
        </p:nvSpPr>
        <p:spPr>
          <a:xfrm>
            <a:off x="8509000" y="3873500"/>
            <a:ext cx="2984500" cy="1778000"/>
          </a:xfrm>
          <a:prstGeom prst="roundRect">
            <a:avLst/>
          </a:prstGeom>
          <a:solidFill>
            <a:srgbClr val="F2F7F2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>
              <a:solidFill>
                <a:srgbClr val="2C5F2D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1D23556-C6DE-46EA-AA70-0FC00696FF72}"/>
              </a:ext>
            </a:extLst>
          </p:cNvPr>
          <p:cNvSpPr txBox="1"/>
          <p:nvPr/>
        </p:nvSpPr>
        <p:spPr>
          <a:xfrm>
            <a:off x="8509000" y="5168900"/>
            <a:ext cx="2984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pt-PT" sz="1500" b="1" dirty="0">
                <a:solidFill>
                  <a:srgbClr val="C00000"/>
                </a:solidFill>
              </a:rPr>
              <a:t>Doentes crónicos</a:t>
            </a:r>
          </a:p>
        </p:txBody>
      </p:sp>
      <p:pic>
        <p:nvPicPr>
          <p:cNvPr id="15" name="Graphic 15" descr="Crianç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2070100"/>
            <a:ext cx="812800" cy="812800"/>
          </a:xfrm>
          <a:prstGeom prst="rect">
            <a:avLst/>
          </a:prstGeom>
        </p:spPr>
      </p:pic>
      <p:pic>
        <p:nvPicPr>
          <p:cNvPr id="16" name="Graphic 16" descr="Idos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88500" y="2070100"/>
            <a:ext cx="812800" cy="812800"/>
          </a:xfrm>
          <a:prstGeom prst="rect">
            <a:avLst/>
          </a:prstGeom>
        </p:spPr>
      </p:pic>
      <p:pic>
        <p:nvPicPr>
          <p:cNvPr id="17" name="Graphic 17" descr="Grávida / mãe com beb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4038600"/>
            <a:ext cx="812800" cy="812800"/>
          </a:xfrm>
          <a:prstGeom prst="rect">
            <a:avLst/>
          </a:prstGeom>
        </p:spPr>
      </p:pic>
      <p:pic>
        <p:nvPicPr>
          <p:cNvPr id="18" name="Graphic 18" descr="Pulmões / doenças respiratóri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88500" y="4038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9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26E-7B58-C5C0-0438-5AB05B4A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A0D1A-8BA2-1C61-20D1-7AE0F61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Prevenção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6CC556-D764-617C-45D4-3041E6984B06}"/>
              </a:ext>
            </a:extLst>
          </p:cNvPr>
          <p:cNvSpPr txBox="1"/>
          <p:nvPr/>
        </p:nvSpPr>
        <p:spPr>
          <a:xfrm>
            <a:off x="914400" y="1828800"/>
            <a:ext cx="81280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PT" sz="1600" b="1" dirty="0">
                <a:solidFill>
                  <a:srgbClr val="156082"/>
                </a:solidFill>
              </a:rPr>
              <a:t>1. Reduzir emissões na fonte</a:t>
            </a:r>
          </a:p>
          <a:p>
            <a:pPr marL="342900" indent="-342900" algn="l">
              <a:buFont typeface="Arial"/>
              <a:buChar char="•"/>
            </a:pPr>
            <a:r>
              <a:rPr lang="pt-PT" sz="1500" dirty="0">
                <a:solidFill>
                  <a:srgbClr val="2C5F2D"/>
                </a:solidFill>
              </a:rPr>
              <a:t>Transportes públicos, bicicleta e veículos menos poluentes; energias renováveis.</a:t>
            </a:r>
          </a:p>
          <a:p>
            <a:pPr algn="l">
              <a:spcBef>
                <a:spcPts val="500"/>
              </a:spcBef>
              <a:buNone/>
            </a:pPr>
            <a:r>
              <a:rPr lang="pt-PT" sz="1600" b="1" dirty="0">
                <a:solidFill>
                  <a:srgbClr val="E97132"/>
                </a:solidFill>
              </a:rPr>
              <a:t>2. Controlar resíduos e descargas</a:t>
            </a:r>
          </a:p>
          <a:p>
            <a:pPr marL="342900" indent="-342900" algn="l">
              <a:buFont typeface="Arial"/>
              <a:buChar char="•"/>
            </a:pPr>
            <a:r>
              <a:rPr lang="pt-PT" sz="1500" dirty="0">
                <a:solidFill>
                  <a:srgbClr val="2C5F2D"/>
                </a:solidFill>
              </a:rPr>
              <a:t>Tratar águas residuais, separar e reciclar; nunca despejar no solo ou na água.</a:t>
            </a:r>
          </a:p>
          <a:p>
            <a:pPr algn="l">
              <a:spcBef>
                <a:spcPts val="500"/>
              </a:spcBef>
              <a:buNone/>
            </a:pPr>
            <a:r>
              <a:rPr lang="pt-PT" sz="1600" b="1" dirty="0">
                <a:solidFill>
                  <a:srgbClr val="196B24"/>
                </a:solidFill>
              </a:rPr>
              <a:t>3. Consumo sustentável e informação</a:t>
            </a:r>
          </a:p>
          <a:p>
            <a:pPr marL="342900" indent="-342900" algn="l">
              <a:buFont typeface="Arial"/>
              <a:buChar char="•"/>
            </a:pPr>
            <a:r>
              <a:rPr lang="pt-PT" sz="1500" dirty="0">
                <a:solidFill>
                  <a:srgbClr val="2C5F2D"/>
                </a:solidFill>
              </a:rPr>
              <a:t>Reduzir o desperdício e consultar o índice </a:t>
            </a:r>
            <a:r>
              <a:rPr lang="pt-PT" sz="1500" b="1" dirty="0">
                <a:solidFill>
                  <a:srgbClr val="156082"/>
                </a:solidFill>
              </a:rPr>
              <a:t>QualAr</a:t>
            </a:r>
            <a:r>
              <a:rPr lang="pt-PT" sz="1500" dirty="0">
                <a:solidFill>
                  <a:srgbClr val="2C5F2D"/>
                </a:solidFill>
              </a:rPr>
              <a:t> (APA) para a qualidade do ar.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583FB8-6878-3D6F-6ADA-082DD199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EBCE08-0C9F-DD4A-A19D-6A29B129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EB1063-F4CA-F819-289E-7E6D49658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pic>
        <p:nvPicPr>
          <p:cNvPr id="11" name="Graphic 11" descr="Sustentabilidade / prevençã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3175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5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C73-9BAB-84A2-0896-A89B691C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33CC-3276-4FC8-3A62-2A0372D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Fontes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15C76C-59A1-3C65-623D-14576AABCEB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PT" sz="1500" b="1" dirty="0">
                <a:solidFill>
                  <a:srgbClr val="156082"/>
                </a:solidFill>
              </a:rPr>
              <a:t>Entidades oficiais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OMS – Organização Mundial da Saúde: </a:t>
            </a:r>
            <a:r>
              <a:rPr lang="pt-PT" sz="1400" dirty="0">
                <a:solidFill>
                  <a:srgbClr val="2C5F2D"/>
                </a:solidFill>
              </a:rPr>
              <a:t>who.int/health-topics/air-pollution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AEA – Agência Europeia do Ambiente: </a:t>
            </a:r>
            <a:r>
              <a:rPr lang="pt-PT" sz="1400" dirty="0">
                <a:solidFill>
                  <a:srgbClr val="2C5F2D"/>
                </a:solidFill>
              </a:rPr>
              <a:t>eea.europa.eu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APA – Agência Portuguesa do Ambiente: </a:t>
            </a:r>
            <a:r>
              <a:rPr lang="pt-PT" sz="1400" dirty="0">
                <a:solidFill>
                  <a:srgbClr val="2C5F2D"/>
                </a:solidFill>
                <a:hlinkClick r:id="rId3"/>
              </a:rPr>
              <a:t>apambiente.pt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FAO – Organização das Nações Unidas para a Alimentação e a Agricultura: </a:t>
            </a:r>
            <a:r>
              <a:rPr lang="pt-PT" sz="1400" dirty="0">
                <a:solidFill>
                  <a:srgbClr val="2C5F2D"/>
                </a:solidFill>
              </a:rPr>
              <a:t>fao.org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DGS – Direção-Geral da Saúde: </a:t>
            </a:r>
            <a:r>
              <a:rPr lang="pt-PT" sz="1400" dirty="0">
                <a:solidFill>
                  <a:srgbClr val="2C5F2D"/>
                </a:solidFill>
              </a:rPr>
              <a:t>dgs.pt</a:t>
            </a:r>
          </a:p>
          <a:p>
            <a:pPr algn="l">
              <a:spcBef>
                <a:spcPts val="700"/>
              </a:spcBef>
              <a:buNone/>
            </a:pPr>
            <a:r>
              <a:rPr lang="pt-PT" sz="1500" b="1" dirty="0">
                <a:solidFill>
                  <a:srgbClr val="E97132"/>
                </a:solidFill>
              </a:rPr>
              <a:t>Ferramentas e relatórios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Índice QualAr (qualidade do ar em tempo real): </a:t>
            </a:r>
            <a:r>
              <a:rPr lang="pt-PT" sz="1400" dirty="0">
                <a:solidFill>
                  <a:srgbClr val="2C5F2D"/>
                </a:solidFill>
                <a:hlinkClick r:id="rId4"/>
              </a:rPr>
              <a:t>qualar.apambiente.pt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Campanha "Por um país com bom ar" (APA): </a:t>
            </a:r>
            <a:r>
              <a:rPr lang="pt-PT" sz="1400" dirty="0">
                <a:solidFill>
                  <a:srgbClr val="2C5F2D"/>
                </a:solidFill>
              </a:rPr>
              <a:t>por1bom-ar.apambiente.pt</a:t>
            </a:r>
          </a:p>
          <a:p>
            <a:pPr marL="342900" indent="-342900" algn="l">
              <a:buFont typeface="Arial"/>
              <a:buChar char="•"/>
            </a:pPr>
            <a:r>
              <a:rPr lang="pt-PT" sz="1400" b="1" dirty="0">
                <a:solidFill>
                  <a:srgbClr val="2C5F2D"/>
                </a:solidFill>
              </a:rPr>
              <a:t>Relatório do Estado do Ambiente (REA 2024): </a:t>
            </a:r>
            <a:r>
              <a:rPr lang="pt-PT" sz="1400" dirty="0">
                <a:solidFill>
                  <a:srgbClr val="2C5F2D"/>
                </a:solidFill>
                <a:hlinkClick r:id="rId5"/>
              </a:rPr>
              <a:t>rea.apambiente.pt</a:t>
            </a:r>
          </a:p>
          <a:p>
            <a:pPr algn="l">
              <a:spcBef>
                <a:spcPts val="500"/>
              </a:spcBef>
              <a:buNone/>
            </a:pPr>
            <a:r>
              <a:rPr lang="pt-PT" sz="1200" i="1" dirty="0">
                <a:solidFill>
                  <a:srgbClr val="7F7F7F"/>
                </a:solidFill>
              </a:rPr>
              <a:t>Enquadramento legal em Portugal: Lei n.º 7/2022 (Resíduos e Solos Contaminados); Decreto-Lei n.º 102/2010 (qualidade do ar ambiente).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87324C-6BDB-CBEC-D914-3214D2B2D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D8D191-E204-8D25-190A-B539717EC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58F7EBA-B811-74A0-F004-0104691DDD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853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F1F0D6-BD57-40D6-82EF-DA6CB7DF7ABD}">
  <we:reference id="wa200010001" version="1.0.0.1" store="pt-PT" storeType="OMEX"/>
  <we:alternateReferences>
    <we:reference id="wa200010001" version="1.0.0.1" store="wa200010001" storeType="OMEX"/>
  </we:alternateReferences>
  <we:properties>
    <we:property name="claude.fileId" value="&quot;9b920605-de4a-4d03-ba34-a3dc2023ac7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1723</Words>
  <Application>Microsoft Office PowerPoint</Application>
  <PresentationFormat>Ecrã Panorâmico</PresentationFormat>
  <Paragraphs>118</Paragraphs>
  <Slides>11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do Office</vt:lpstr>
      <vt:lpstr>STC2 - Sistemas Ambientais</vt:lpstr>
      <vt:lpstr>Módulo 6 –  Problemas ambientais e impactos</vt:lpstr>
      <vt:lpstr>Objetivos de aprendizagem</vt:lpstr>
      <vt:lpstr>O que é poluição </vt:lpstr>
      <vt:lpstr>Apresentação do PowerPoint</vt:lpstr>
      <vt:lpstr>Poluição do ar</vt:lpstr>
      <vt:lpstr>Poluição da água</vt:lpstr>
      <vt:lpstr>Poluição do solo</vt:lpstr>
      <vt:lpstr>Grupos mais vulneráveis</vt:lpstr>
      <vt:lpstr>Prevenção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LEOTE</dc:creator>
  <cp:lastModifiedBy>ROSARIO LEOTE</cp:lastModifiedBy>
  <cp:revision>11</cp:revision>
  <dcterms:created xsi:type="dcterms:W3CDTF">2026-05-07T16:07:26Z</dcterms:created>
  <dcterms:modified xsi:type="dcterms:W3CDTF">2026-06-08T21:22:53Z</dcterms:modified>
</cp:coreProperties>
</file>